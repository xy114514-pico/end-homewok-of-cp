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721" r:id="rId4"/>
  </p:sldMasterIdLst>
  <p:sldIdLst>
    <p:sldId id="260" r:id="rId5"/>
    <p:sldId id="341" r:id="rId6"/>
    <p:sldId id="264" r:id="rId7"/>
    <p:sldId id="320" r:id="rId8"/>
    <p:sldId id="340" r:id="rId9"/>
    <p:sldId id="322" r:id="rId10"/>
    <p:sldId id="326" r:id="rId11"/>
    <p:sldId id="334" r:id="rId12"/>
    <p:sldId id="343" r:id="rId13"/>
    <p:sldId id="333" r:id="rId14"/>
    <p:sldId id="335" r:id="rId15"/>
    <p:sldId id="369" r:id="rId16"/>
    <p:sldId id="345" r:id="rId17"/>
    <p:sldId id="370" r:id="rId18"/>
    <p:sldId id="344" r:id="rId19"/>
    <p:sldId id="361" r:id="rId20"/>
    <p:sldId id="362" r:id="rId21"/>
    <p:sldId id="363" r:id="rId22"/>
    <p:sldId id="371" r:id="rId23"/>
    <p:sldId id="350" r:id="rId24"/>
    <p:sldId id="349" r:id="rId25"/>
    <p:sldId id="374" r:id="rId26"/>
    <p:sldId id="367" r:id="rId27"/>
    <p:sldId id="368" r:id="rId28"/>
    <p:sldId id="366" r:id="rId29"/>
    <p:sldId id="346" r:id="rId30"/>
    <p:sldId id="351" r:id="rId31"/>
    <p:sldId id="336" r:id="rId32"/>
    <p:sldId id="359" r:id="rId33"/>
    <p:sldId id="360" r:id="rId34"/>
    <p:sldId id="373" r:id="rId35"/>
    <p:sldId id="372" r:id="rId36"/>
    <p:sldId id="319" r:id="rId37"/>
  </p:sldIdLst>
  <p:sldSz cx="12192000" cy="6858000"/>
  <p:notesSz cx="7103745" cy="10234295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1" Type="http://schemas.openxmlformats.org/officeDocument/2006/relationships/tags" Target="tags/tag705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3" Type="http://schemas.openxmlformats.org/officeDocument/2006/relationships/tags" Target="../tags/tag130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0" Type="http://schemas.openxmlformats.org/officeDocument/2006/relationships/tags" Target="../tags/tag191.xml"/><Relationship Id="rId2" Type="http://schemas.openxmlformats.org/officeDocument/2006/relationships/tags" Target="../tags/tag173.xml"/><Relationship Id="rId19" Type="http://schemas.openxmlformats.org/officeDocument/2006/relationships/tags" Target="../tags/tag190.xml"/><Relationship Id="rId18" Type="http://schemas.openxmlformats.org/officeDocument/2006/relationships/tags" Target="../tags/tag189.xml"/><Relationship Id="rId17" Type="http://schemas.openxmlformats.org/officeDocument/2006/relationships/tags" Target="../tags/tag188.xml"/><Relationship Id="rId16" Type="http://schemas.openxmlformats.org/officeDocument/2006/relationships/tags" Target="../tags/tag187.xml"/><Relationship Id="rId15" Type="http://schemas.openxmlformats.org/officeDocument/2006/relationships/tags" Target="../tags/tag186.xml"/><Relationship Id="rId14" Type="http://schemas.openxmlformats.org/officeDocument/2006/relationships/tags" Target="../tags/tag185.xml"/><Relationship Id="rId13" Type="http://schemas.openxmlformats.org/officeDocument/2006/relationships/tags" Target="../tags/tag184.xml"/><Relationship Id="rId12" Type="http://schemas.openxmlformats.org/officeDocument/2006/relationships/tags" Target="../tags/tag183.xml"/><Relationship Id="rId11" Type="http://schemas.openxmlformats.org/officeDocument/2006/relationships/tags" Target="../tags/tag182.xml"/><Relationship Id="rId10" Type="http://schemas.openxmlformats.org/officeDocument/2006/relationships/tags" Target="../tags/tag181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3" Type="http://schemas.openxmlformats.org/officeDocument/2006/relationships/tags" Target="../tags/tag210.xml"/><Relationship Id="rId12" Type="http://schemas.openxmlformats.org/officeDocument/2006/relationships/tags" Target="../tags/tag209.xml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3" Type="http://schemas.openxmlformats.org/officeDocument/2006/relationships/tags" Target="../tags/tag222.xml"/><Relationship Id="rId12" Type="http://schemas.openxmlformats.org/officeDocument/2006/relationships/tags" Target="../tags/tag221.xml"/><Relationship Id="rId11" Type="http://schemas.openxmlformats.org/officeDocument/2006/relationships/tags" Target="../tags/tag220.xml"/><Relationship Id="rId10" Type="http://schemas.openxmlformats.org/officeDocument/2006/relationships/tags" Target="../tags/tag21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2" Type="http://schemas.openxmlformats.org/officeDocument/2006/relationships/tags" Target="../tags/tag233.xml"/><Relationship Id="rId11" Type="http://schemas.openxmlformats.org/officeDocument/2006/relationships/tags" Target="../tags/tag232.xml"/><Relationship Id="rId10" Type="http://schemas.openxmlformats.org/officeDocument/2006/relationships/tags" Target="../tags/tag231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41.xml"/><Relationship Id="rId8" Type="http://schemas.openxmlformats.org/officeDocument/2006/relationships/tags" Target="../tags/tag240.xml"/><Relationship Id="rId7" Type="http://schemas.openxmlformats.org/officeDocument/2006/relationships/tags" Target="../tags/tag239.xml"/><Relationship Id="rId6" Type="http://schemas.openxmlformats.org/officeDocument/2006/relationships/tags" Target="../tags/tag238.xml"/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4" Type="http://schemas.openxmlformats.org/officeDocument/2006/relationships/tags" Target="../tags/tag254.xml"/><Relationship Id="rId13" Type="http://schemas.openxmlformats.org/officeDocument/2006/relationships/tags" Target="../tags/tag253.xml"/><Relationship Id="rId12" Type="http://schemas.openxmlformats.org/officeDocument/2006/relationships/tags" Target="../tags/tag252.xml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90.xml"/><Relationship Id="rId8" Type="http://schemas.openxmlformats.org/officeDocument/2006/relationships/tags" Target="../tags/tag289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7" Type="http://schemas.openxmlformats.org/officeDocument/2006/relationships/tags" Target="../tags/tag298.xml"/><Relationship Id="rId16" Type="http://schemas.openxmlformats.org/officeDocument/2006/relationships/tags" Target="../tags/tag297.xml"/><Relationship Id="rId15" Type="http://schemas.openxmlformats.org/officeDocument/2006/relationships/tags" Target="../tags/tag296.xml"/><Relationship Id="rId14" Type="http://schemas.openxmlformats.org/officeDocument/2006/relationships/tags" Target="../tags/tag295.xml"/><Relationship Id="rId13" Type="http://schemas.openxmlformats.org/officeDocument/2006/relationships/tags" Target="../tags/tag294.xml"/><Relationship Id="rId12" Type="http://schemas.openxmlformats.org/officeDocument/2006/relationships/tags" Target="../tags/tag293.xml"/><Relationship Id="rId11" Type="http://schemas.openxmlformats.org/officeDocument/2006/relationships/tags" Target="../tags/tag292.xml"/><Relationship Id="rId10" Type="http://schemas.openxmlformats.org/officeDocument/2006/relationships/tags" Target="../tags/tag291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306.xml"/><Relationship Id="rId8" Type="http://schemas.openxmlformats.org/officeDocument/2006/relationships/tags" Target="../tags/tag305.xml"/><Relationship Id="rId7" Type="http://schemas.openxmlformats.org/officeDocument/2006/relationships/tags" Target="../tags/tag304.xml"/><Relationship Id="rId6" Type="http://schemas.openxmlformats.org/officeDocument/2006/relationships/tags" Target="../tags/tag303.xml"/><Relationship Id="rId5" Type="http://schemas.openxmlformats.org/officeDocument/2006/relationships/tags" Target="../tags/tag302.xml"/><Relationship Id="rId4" Type="http://schemas.openxmlformats.org/officeDocument/2006/relationships/tags" Target="../tags/tag301.xml"/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2" Type="http://schemas.openxmlformats.org/officeDocument/2006/relationships/tags" Target="../tags/tag309.xml"/><Relationship Id="rId11" Type="http://schemas.openxmlformats.org/officeDocument/2006/relationships/tags" Target="../tags/tag308.xml"/><Relationship Id="rId10" Type="http://schemas.openxmlformats.org/officeDocument/2006/relationships/tags" Target="../tags/tag307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317.xml"/><Relationship Id="rId8" Type="http://schemas.openxmlformats.org/officeDocument/2006/relationships/tags" Target="../tags/tag316.xml"/><Relationship Id="rId7" Type="http://schemas.openxmlformats.org/officeDocument/2006/relationships/tags" Target="../tags/tag315.xml"/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tags" Target="../tags/tag312.xml"/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25.xml"/><Relationship Id="rId8" Type="http://schemas.openxmlformats.org/officeDocument/2006/relationships/tags" Target="../tags/tag324.xml"/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7" Type="http://schemas.openxmlformats.org/officeDocument/2006/relationships/tags" Target="../tags/tag333.xml"/><Relationship Id="rId16" Type="http://schemas.openxmlformats.org/officeDocument/2006/relationships/tags" Target="../tags/tag332.xml"/><Relationship Id="rId15" Type="http://schemas.openxmlformats.org/officeDocument/2006/relationships/tags" Target="../tags/tag331.xml"/><Relationship Id="rId14" Type="http://schemas.openxmlformats.org/officeDocument/2006/relationships/tags" Target="../tags/tag330.xml"/><Relationship Id="rId13" Type="http://schemas.openxmlformats.org/officeDocument/2006/relationships/tags" Target="../tags/tag329.xml"/><Relationship Id="rId12" Type="http://schemas.openxmlformats.org/officeDocument/2006/relationships/tags" Target="../tags/tag328.xml"/><Relationship Id="rId11" Type="http://schemas.openxmlformats.org/officeDocument/2006/relationships/tags" Target="../tags/tag327.xml"/><Relationship Id="rId10" Type="http://schemas.openxmlformats.org/officeDocument/2006/relationships/tags" Target="../tags/tag326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tags" Target="../tags/tag340.xml"/><Relationship Id="rId7" Type="http://schemas.openxmlformats.org/officeDocument/2006/relationships/tags" Target="../tags/tag339.xml"/><Relationship Id="rId6" Type="http://schemas.openxmlformats.org/officeDocument/2006/relationships/tags" Target="../tags/tag338.xml"/><Relationship Id="rId5" Type="http://schemas.openxmlformats.org/officeDocument/2006/relationships/tags" Target="../tags/tag337.xml"/><Relationship Id="rId4" Type="http://schemas.openxmlformats.org/officeDocument/2006/relationships/tags" Target="../tags/tag336.xml"/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7" Type="http://schemas.openxmlformats.org/officeDocument/2006/relationships/tags" Target="../tags/tag349.xml"/><Relationship Id="rId16" Type="http://schemas.openxmlformats.org/officeDocument/2006/relationships/tags" Target="../tags/tag348.xml"/><Relationship Id="rId15" Type="http://schemas.openxmlformats.org/officeDocument/2006/relationships/tags" Target="../tags/tag347.xml"/><Relationship Id="rId14" Type="http://schemas.openxmlformats.org/officeDocument/2006/relationships/tags" Target="../tags/tag346.xml"/><Relationship Id="rId13" Type="http://schemas.openxmlformats.org/officeDocument/2006/relationships/tags" Target="../tags/tag345.xml"/><Relationship Id="rId12" Type="http://schemas.openxmlformats.org/officeDocument/2006/relationships/tags" Target="../tags/tag344.xml"/><Relationship Id="rId11" Type="http://schemas.openxmlformats.org/officeDocument/2006/relationships/tags" Target="../tags/tag343.xml"/><Relationship Id="rId10" Type="http://schemas.openxmlformats.org/officeDocument/2006/relationships/tags" Target="../tags/tag342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357.xml"/><Relationship Id="rId8" Type="http://schemas.openxmlformats.org/officeDocument/2006/relationships/tags" Target="../tags/tag356.xml"/><Relationship Id="rId7" Type="http://schemas.openxmlformats.org/officeDocument/2006/relationships/tags" Target="../tags/tag355.xml"/><Relationship Id="rId6" Type="http://schemas.openxmlformats.org/officeDocument/2006/relationships/tags" Target="../tags/tag354.xml"/><Relationship Id="rId5" Type="http://schemas.openxmlformats.org/officeDocument/2006/relationships/tags" Target="../tags/tag353.xml"/><Relationship Id="rId4" Type="http://schemas.openxmlformats.org/officeDocument/2006/relationships/tags" Target="../tags/tag352.xml"/><Relationship Id="rId3" Type="http://schemas.openxmlformats.org/officeDocument/2006/relationships/tags" Target="../tags/tag351.xml"/><Relationship Id="rId2" Type="http://schemas.openxmlformats.org/officeDocument/2006/relationships/tags" Target="../tags/tag350.xml"/><Relationship Id="rId11" Type="http://schemas.openxmlformats.org/officeDocument/2006/relationships/tags" Target="../tags/tag359.xml"/><Relationship Id="rId10" Type="http://schemas.openxmlformats.org/officeDocument/2006/relationships/tags" Target="../tags/tag358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367.xml"/><Relationship Id="rId8" Type="http://schemas.openxmlformats.org/officeDocument/2006/relationships/tags" Target="../tags/tag366.xml"/><Relationship Id="rId7" Type="http://schemas.openxmlformats.org/officeDocument/2006/relationships/tags" Target="../tags/tag365.xml"/><Relationship Id="rId6" Type="http://schemas.openxmlformats.org/officeDocument/2006/relationships/tags" Target="../tags/tag364.xml"/><Relationship Id="rId5" Type="http://schemas.openxmlformats.org/officeDocument/2006/relationships/tags" Target="../tags/tag363.xml"/><Relationship Id="rId4" Type="http://schemas.openxmlformats.org/officeDocument/2006/relationships/tags" Target="../tags/tag362.xml"/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3" Type="http://schemas.openxmlformats.org/officeDocument/2006/relationships/tags" Target="../tags/tag371.xml"/><Relationship Id="rId12" Type="http://schemas.openxmlformats.org/officeDocument/2006/relationships/tags" Target="../tags/tag370.xml"/><Relationship Id="rId11" Type="http://schemas.openxmlformats.org/officeDocument/2006/relationships/tags" Target="../tags/tag369.xml"/><Relationship Id="rId10" Type="http://schemas.openxmlformats.org/officeDocument/2006/relationships/tags" Target="../tags/tag368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tags" Target="../tags/tag378.xml"/><Relationship Id="rId7" Type="http://schemas.openxmlformats.org/officeDocument/2006/relationships/tags" Target="../tags/tag377.xml"/><Relationship Id="rId6" Type="http://schemas.openxmlformats.org/officeDocument/2006/relationships/tags" Target="../tags/tag376.xml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3" Type="http://schemas.openxmlformats.org/officeDocument/2006/relationships/tags" Target="../tags/tag383.xml"/><Relationship Id="rId12" Type="http://schemas.openxmlformats.org/officeDocument/2006/relationships/tags" Target="../tags/tag382.xml"/><Relationship Id="rId11" Type="http://schemas.openxmlformats.org/officeDocument/2006/relationships/tags" Target="../tags/tag381.xml"/><Relationship Id="rId10" Type="http://schemas.openxmlformats.org/officeDocument/2006/relationships/tags" Target="../tags/tag380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391.xml"/><Relationship Id="rId8" Type="http://schemas.openxmlformats.org/officeDocument/2006/relationships/tags" Target="../tags/tag390.xml"/><Relationship Id="rId7" Type="http://schemas.openxmlformats.org/officeDocument/2006/relationships/tags" Target="../tags/tag389.xml"/><Relationship Id="rId6" Type="http://schemas.openxmlformats.org/officeDocument/2006/relationships/tags" Target="../tags/tag388.xml"/><Relationship Id="rId5" Type="http://schemas.openxmlformats.org/officeDocument/2006/relationships/tags" Target="../tags/tag387.xml"/><Relationship Id="rId4" Type="http://schemas.openxmlformats.org/officeDocument/2006/relationships/tags" Target="../tags/tag386.xml"/><Relationship Id="rId3" Type="http://schemas.openxmlformats.org/officeDocument/2006/relationships/tags" Target="../tags/tag385.xml"/><Relationship Id="rId2" Type="http://schemas.openxmlformats.org/officeDocument/2006/relationships/tags" Target="../tags/tag384.xml"/><Relationship Id="rId10" Type="http://schemas.openxmlformats.org/officeDocument/2006/relationships/tags" Target="../tags/tag392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400.xml"/><Relationship Id="rId8" Type="http://schemas.openxmlformats.org/officeDocument/2006/relationships/tags" Target="../tags/tag399.xml"/><Relationship Id="rId7" Type="http://schemas.openxmlformats.org/officeDocument/2006/relationships/tags" Target="../tags/tag398.xml"/><Relationship Id="rId6" Type="http://schemas.openxmlformats.org/officeDocument/2006/relationships/tags" Target="../tags/tag397.xml"/><Relationship Id="rId5" Type="http://schemas.openxmlformats.org/officeDocument/2006/relationships/tags" Target="../tags/tag396.xml"/><Relationship Id="rId4" Type="http://schemas.openxmlformats.org/officeDocument/2006/relationships/tags" Target="../tags/tag395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3" Type="http://schemas.openxmlformats.org/officeDocument/2006/relationships/tags" Target="../tags/tag404.xml"/><Relationship Id="rId12" Type="http://schemas.openxmlformats.org/officeDocument/2006/relationships/tags" Target="../tags/tag403.xml"/><Relationship Id="rId11" Type="http://schemas.openxmlformats.org/officeDocument/2006/relationships/tags" Target="../tags/tag402.xml"/><Relationship Id="rId10" Type="http://schemas.openxmlformats.org/officeDocument/2006/relationships/tags" Target="../tags/tag401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412.xml"/><Relationship Id="rId8" Type="http://schemas.openxmlformats.org/officeDocument/2006/relationships/tags" Target="../tags/tag411.xml"/><Relationship Id="rId7" Type="http://schemas.openxmlformats.org/officeDocument/2006/relationships/tags" Target="../tags/tag410.xml"/><Relationship Id="rId6" Type="http://schemas.openxmlformats.org/officeDocument/2006/relationships/tags" Target="../tags/tag409.xml"/><Relationship Id="rId5" Type="http://schemas.openxmlformats.org/officeDocument/2006/relationships/tags" Target="../tags/tag408.xml"/><Relationship Id="rId4" Type="http://schemas.openxmlformats.org/officeDocument/2006/relationships/tags" Target="../tags/tag407.xml"/><Relationship Id="rId3" Type="http://schemas.openxmlformats.org/officeDocument/2006/relationships/tags" Target="../tags/tag406.xml"/><Relationship Id="rId2" Type="http://schemas.openxmlformats.org/officeDocument/2006/relationships/tags" Target="../tags/tag405.xml"/><Relationship Id="rId11" Type="http://schemas.openxmlformats.org/officeDocument/2006/relationships/tags" Target="../tags/tag414.xml"/><Relationship Id="rId10" Type="http://schemas.openxmlformats.org/officeDocument/2006/relationships/tags" Target="../tags/tag413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422.xml"/><Relationship Id="rId8" Type="http://schemas.openxmlformats.org/officeDocument/2006/relationships/tags" Target="../tags/tag421.xml"/><Relationship Id="rId7" Type="http://schemas.openxmlformats.org/officeDocument/2006/relationships/tags" Target="../tags/tag420.xml"/><Relationship Id="rId6" Type="http://schemas.openxmlformats.org/officeDocument/2006/relationships/tags" Target="../tags/tag419.xml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4" Type="http://schemas.openxmlformats.org/officeDocument/2006/relationships/tags" Target="../tags/tag427.xml"/><Relationship Id="rId13" Type="http://schemas.openxmlformats.org/officeDocument/2006/relationships/tags" Target="../tags/tag426.xml"/><Relationship Id="rId12" Type="http://schemas.openxmlformats.org/officeDocument/2006/relationships/tags" Target="../tags/tag425.xml"/><Relationship Id="rId11" Type="http://schemas.openxmlformats.org/officeDocument/2006/relationships/tags" Target="../tags/tag424.xml"/><Relationship Id="rId10" Type="http://schemas.openxmlformats.org/officeDocument/2006/relationships/tags" Target="../tags/tag423.xm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435.xml"/><Relationship Id="rId8" Type="http://schemas.openxmlformats.org/officeDocument/2006/relationships/tags" Target="../tags/tag434.xml"/><Relationship Id="rId7" Type="http://schemas.openxmlformats.org/officeDocument/2006/relationships/tags" Target="../tags/tag433.xml"/><Relationship Id="rId6" Type="http://schemas.openxmlformats.org/officeDocument/2006/relationships/tags" Target="../tags/tag432.xml"/><Relationship Id="rId5" Type="http://schemas.openxmlformats.org/officeDocument/2006/relationships/tags" Target="../tags/tag431.xml"/><Relationship Id="rId4" Type="http://schemas.openxmlformats.org/officeDocument/2006/relationships/tags" Target="../tags/tag430.xml"/><Relationship Id="rId3" Type="http://schemas.openxmlformats.org/officeDocument/2006/relationships/tags" Target="../tags/tag429.xml"/><Relationship Id="rId2" Type="http://schemas.openxmlformats.org/officeDocument/2006/relationships/tags" Target="../tags/tag428.xml"/><Relationship Id="rId15" Type="http://schemas.openxmlformats.org/officeDocument/2006/relationships/tags" Target="../tags/tag441.xml"/><Relationship Id="rId14" Type="http://schemas.openxmlformats.org/officeDocument/2006/relationships/tags" Target="../tags/tag440.xml"/><Relationship Id="rId13" Type="http://schemas.openxmlformats.org/officeDocument/2006/relationships/tags" Target="../tags/tag439.xml"/><Relationship Id="rId12" Type="http://schemas.openxmlformats.org/officeDocument/2006/relationships/tags" Target="../tags/tag438.xml"/><Relationship Id="rId11" Type="http://schemas.openxmlformats.org/officeDocument/2006/relationships/tags" Target="../tags/tag437.xml"/><Relationship Id="rId10" Type="http://schemas.openxmlformats.org/officeDocument/2006/relationships/tags" Target="../tags/tag436.xml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7" Type="http://schemas.openxmlformats.org/officeDocument/2006/relationships/tags" Target="../tags/tag447.xml"/><Relationship Id="rId6" Type="http://schemas.openxmlformats.org/officeDocument/2006/relationships/tags" Target="../tags/tag446.xml"/><Relationship Id="rId5" Type="http://schemas.openxmlformats.org/officeDocument/2006/relationships/tags" Target="../tags/tag445.xml"/><Relationship Id="rId4" Type="http://schemas.openxmlformats.org/officeDocument/2006/relationships/tags" Target="../tags/tag444.xml"/><Relationship Id="rId3" Type="http://schemas.openxmlformats.org/officeDocument/2006/relationships/tags" Target="../tags/tag443.xml"/><Relationship Id="rId2" Type="http://schemas.openxmlformats.org/officeDocument/2006/relationships/tags" Target="../tags/tag442.xml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6" Type="http://schemas.openxmlformats.org/officeDocument/2006/relationships/tags" Target="../tags/tag452.xml"/><Relationship Id="rId5" Type="http://schemas.openxmlformats.org/officeDocument/2006/relationships/tags" Target="../tags/tag451.xml"/><Relationship Id="rId4" Type="http://schemas.openxmlformats.org/officeDocument/2006/relationships/tags" Target="../tags/tag450.xml"/><Relationship Id="rId3" Type="http://schemas.openxmlformats.org/officeDocument/2006/relationships/tags" Target="../tags/tag449.xml"/><Relationship Id="rId2" Type="http://schemas.openxmlformats.org/officeDocument/2006/relationships/tags" Target="../tags/tag448.xml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6" Type="http://schemas.openxmlformats.org/officeDocument/2006/relationships/tags" Target="../tags/tag457.xml"/><Relationship Id="rId5" Type="http://schemas.openxmlformats.org/officeDocument/2006/relationships/tags" Target="../tags/tag456.xml"/><Relationship Id="rId4" Type="http://schemas.openxmlformats.org/officeDocument/2006/relationships/tags" Target="../tags/tag455.xml"/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6" Type="http://schemas.openxmlformats.org/officeDocument/2006/relationships/tags" Target="../tags/tag462.xml"/><Relationship Id="rId5" Type="http://schemas.openxmlformats.org/officeDocument/2006/relationships/tags" Target="../tags/tag461.xml"/><Relationship Id="rId4" Type="http://schemas.openxmlformats.org/officeDocument/2006/relationships/tags" Target="../tags/tag460.xml"/><Relationship Id="rId3" Type="http://schemas.openxmlformats.org/officeDocument/2006/relationships/tags" Target="../tags/tag459.xml"/><Relationship Id="rId2" Type="http://schemas.openxmlformats.org/officeDocument/2006/relationships/tags" Target="../tags/tag458.xml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7" Type="http://schemas.openxmlformats.org/officeDocument/2006/relationships/tags" Target="../tags/tag468.xml"/><Relationship Id="rId6" Type="http://schemas.openxmlformats.org/officeDocument/2006/relationships/tags" Target="../tags/tag467.xml"/><Relationship Id="rId5" Type="http://schemas.openxmlformats.org/officeDocument/2006/relationships/tags" Target="../tags/tag466.xml"/><Relationship Id="rId4" Type="http://schemas.openxmlformats.org/officeDocument/2006/relationships/tags" Target="../tags/tag465.xml"/><Relationship Id="rId3" Type="http://schemas.openxmlformats.org/officeDocument/2006/relationships/tags" Target="../tags/tag464.xml"/><Relationship Id="rId2" Type="http://schemas.openxmlformats.org/officeDocument/2006/relationships/tags" Target="../tags/tag463.xml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9" Type="http://schemas.openxmlformats.org/officeDocument/2006/relationships/tags" Target="../tags/tag476.xml"/><Relationship Id="rId8" Type="http://schemas.openxmlformats.org/officeDocument/2006/relationships/tags" Target="../tags/tag475.xml"/><Relationship Id="rId7" Type="http://schemas.openxmlformats.org/officeDocument/2006/relationships/tags" Target="../tags/tag474.xml"/><Relationship Id="rId6" Type="http://schemas.openxmlformats.org/officeDocument/2006/relationships/tags" Target="../tags/tag473.xml"/><Relationship Id="rId5" Type="http://schemas.openxmlformats.org/officeDocument/2006/relationships/tags" Target="../tags/tag472.xml"/><Relationship Id="rId4" Type="http://schemas.openxmlformats.org/officeDocument/2006/relationships/tags" Target="../tags/tag471.xml"/><Relationship Id="rId3" Type="http://schemas.openxmlformats.org/officeDocument/2006/relationships/tags" Target="../tags/tag470.xml"/><Relationship Id="rId2" Type="http://schemas.openxmlformats.org/officeDocument/2006/relationships/tags" Target="../tags/tag469.xml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4" Type="http://schemas.openxmlformats.org/officeDocument/2006/relationships/tags" Target="../tags/tag483.xml"/><Relationship Id="rId3" Type="http://schemas.openxmlformats.org/officeDocument/2006/relationships/tags" Target="../tags/tag482.xml"/><Relationship Id="rId2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7" Type="http://schemas.openxmlformats.org/officeDocument/2006/relationships/tags" Target="../tags/tag489.xml"/><Relationship Id="rId6" Type="http://schemas.openxmlformats.org/officeDocument/2006/relationships/tags" Target="../tags/tag488.xml"/><Relationship Id="rId5" Type="http://schemas.openxmlformats.org/officeDocument/2006/relationships/tags" Target="../tags/tag487.xml"/><Relationship Id="rId4" Type="http://schemas.openxmlformats.org/officeDocument/2006/relationships/tags" Target="../tags/tag486.xml"/><Relationship Id="rId3" Type="http://schemas.openxmlformats.org/officeDocument/2006/relationships/tags" Target="../tags/tag485.xml"/><Relationship Id="rId2" Type="http://schemas.openxmlformats.org/officeDocument/2006/relationships/tags" Target="../tags/tag484.xml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6" Type="http://schemas.openxmlformats.org/officeDocument/2006/relationships/tags" Target="../tags/tag494.xml"/><Relationship Id="rId5" Type="http://schemas.openxmlformats.org/officeDocument/2006/relationships/tags" Target="../tags/tag493.xml"/><Relationship Id="rId4" Type="http://schemas.openxmlformats.org/officeDocument/2006/relationships/tags" Target="../tags/tag492.xml"/><Relationship Id="rId3" Type="http://schemas.openxmlformats.org/officeDocument/2006/relationships/tags" Target="../tags/tag491.xml"/><Relationship Id="rId2" Type="http://schemas.openxmlformats.org/officeDocument/2006/relationships/tags" Target="../tags/tag490.xml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5" Type="http://schemas.openxmlformats.org/officeDocument/2006/relationships/tags" Target="../tags/tag498.xml"/><Relationship Id="rId4" Type="http://schemas.openxmlformats.org/officeDocument/2006/relationships/tags" Target="../tags/tag497.xml"/><Relationship Id="rId3" Type="http://schemas.openxmlformats.org/officeDocument/2006/relationships/tags" Target="../tags/tag496.xml"/><Relationship Id="rId2" Type="http://schemas.openxmlformats.org/officeDocument/2006/relationships/tags" Target="../tags/tag495.xml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6" Type="http://schemas.openxmlformats.org/officeDocument/2006/relationships/tags" Target="../tags/tag503.xml"/><Relationship Id="rId5" Type="http://schemas.openxmlformats.org/officeDocument/2006/relationships/tags" Target="../tags/tag502.xml"/><Relationship Id="rId4" Type="http://schemas.openxmlformats.org/officeDocument/2006/relationships/tags" Target="../tags/tag501.xml"/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6" Type="http://schemas.openxmlformats.org/officeDocument/2006/relationships/tags" Target="../tags/tag508.xml"/><Relationship Id="rId5" Type="http://schemas.openxmlformats.org/officeDocument/2006/relationships/tags" Target="../tags/tag507.xml"/><Relationship Id="rId4" Type="http://schemas.openxmlformats.org/officeDocument/2006/relationships/tags" Target="../tags/tag506.xml"/><Relationship Id="rId3" Type="http://schemas.openxmlformats.org/officeDocument/2006/relationships/tags" Target="../tags/tag505.xml"/><Relationship Id="rId2" Type="http://schemas.openxmlformats.org/officeDocument/2006/relationships/tags" Target="../tags/tag504.xml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9" Type="http://schemas.openxmlformats.org/officeDocument/2006/relationships/tags" Target="../tags/tag516.xml"/><Relationship Id="rId8" Type="http://schemas.openxmlformats.org/officeDocument/2006/relationships/tags" Target="../tags/tag515.xml"/><Relationship Id="rId7" Type="http://schemas.openxmlformats.org/officeDocument/2006/relationships/tags" Target="../tags/tag514.xml"/><Relationship Id="rId6" Type="http://schemas.openxmlformats.org/officeDocument/2006/relationships/tags" Target="../tags/tag513.xml"/><Relationship Id="rId5" Type="http://schemas.openxmlformats.org/officeDocument/2006/relationships/tags" Target="../tags/tag512.xml"/><Relationship Id="rId4" Type="http://schemas.openxmlformats.org/officeDocument/2006/relationships/tags" Target="../tags/tag511.xml"/><Relationship Id="rId3" Type="http://schemas.openxmlformats.org/officeDocument/2006/relationships/tags" Target="../tags/tag510.xml"/><Relationship Id="rId2" Type="http://schemas.openxmlformats.org/officeDocument/2006/relationships/tags" Target="../tags/tag509.xml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9" Type="http://schemas.openxmlformats.org/officeDocument/2006/relationships/tags" Target="../tags/tag524.xml"/><Relationship Id="rId8" Type="http://schemas.openxmlformats.org/officeDocument/2006/relationships/tags" Target="../tags/tag523.xml"/><Relationship Id="rId7" Type="http://schemas.openxmlformats.org/officeDocument/2006/relationships/tags" Target="../tags/tag522.xml"/><Relationship Id="rId6" Type="http://schemas.openxmlformats.org/officeDocument/2006/relationships/tags" Target="../tags/tag521.xml"/><Relationship Id="rId5" Type="http://schemas.openxmlformats.org/officeDocument/2006/relationships/tags" Target="../tags/tag520.xml"/><Relationship Id="rId4" Type="http://schemas.openxmlformats.org/officeDocument/2006/relationships/tags" Target="../tags/tag519.xml"/><Relationship Id="rId3" Type="http://schemas.openxmlformats.org/officeDocument/2006/relationships/tags" Target="../tags/tag518.xml"/><Relationship Id="rId2" Type="http://schemas.openxmlformats.org/officeDocument/2006/relationships/tags" Target="../tags/tag517.xml"/><Relationship Id="rId12" Type="http://schemas.openxmlformats.org/officeDocument/2006/relationships/tags" Target="../tags/tag527.xml"/><Relationship Id="rId11" Type="http://schemas.openxmlformats.org/officeDocument/2006/relationships/tags" Target="../tags/tag526.xml"/><Relationship Id="rId10" Type="http://schemas.openxmlformats.org/officeDocument/2006/relationships/tags" Target="../tags/tag525.xml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9" Type="http://schemas.openxmlformats.org/officeDocument/2006/relationships/tags" Target="../tags/tag535.xml"/><Relationship Id="rId8" Type="http://schemas.openxmlformats.org/officeDocument/2006/relationships/tags" Target="../tags/tag534.xml"/><Relationship Id="rId7" Type="http://schemas.openxmlformats.org/officeDocument/2006/relationships/tags" Target="../tags/tag533.xml"/><Relationship Id="rId6" Type="http://schemas.openxmlformats.org/officeDocument/2006/relationships/tags" Target="../tags/tag532.xml"/><Relationship Id="rId5" Type="http://schemas.openxmlformats.org/officeDocument/2006/relationships/tags" Target="../tags/tag531.xml"/><Relationship Id="rId4" Type="http://schemas.openxmlformats.org/officeDocument/2006/relationships/tags" Target="../tags/tag530.xml"/><Relationship Id="rId3" Type="http://schemas.openxmlformats.org/officeDocument/2006/relationships/tags" Target="../tags/tag529.xml"/><Relationship Id="rId2" Type="http://schemas.openxmlformats.org/officeDocument/2006/relationships/tags" Target="../tags/tag528.xml"/><Relationship Id="rId15" Type="http://schemas.openxmlformats.org/officeDocument/2006/relationships/tags" Target="../tags/tag541.xml"/><Relationship Id="rId14" Type="http://schemas.openxmlformats.org/officeDocument/2006/relationships/tags" Target="../tags/tag540.xml"/><Relationship Id="rId13" Type="http://schemas.openxmlformats.org/officeDocument/2006/relationships/tags" Target="../tags/tag539.xml"/><Relationship Id="rId12" Type="http://schemas.openxmlformats.org/officeDocument/2006/relationships/tags" Target="../tags/tag538.xml"/><Relationship Id="rId11" Type="http://schemas.openxmlformats.org/officeDocument/2006/relationships/tags" Target="../tags/tag537.xml"/><Relationship Id="rId10" Type="http://schemas.openxmlformats.org/officeDocument/2006/relationships/tags" Target="../tags/tag536.xml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6" Type="http://schemas.openxmlformats.org/officeDocument/2006/relationships/tags" Target="../tags/tag546.xml"/><Relationship Id="rId5" Type="http://schemas.openxmlformats.org/officeDocument/2006/relationships/tags" Target="../tags/tag545.xml"/><Relationship Id="rId4" Type="http://schemas.openxmlformats.org/officeDocument/2006/relationships/tags" Target="../tags/tag544.xml"/><Relationship Id="rId3" Type="http://schemas.openxmlformats.org/officeDocument/2006/relationships/tags" Target="../tags/tag543.xml"/><Relationship Id="rId2" Type="http://schemas.openxmlformats.org/officeDocument/2006/relationships/tags" Target="../tags/tag542.xml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9" Type="http://schemas.openxmlformats.org/officeDocument/2006/relationships/tags" Target="../tags/tag554.xml"/><Relationship Id="rId8" Type="http://schemas.openxmlformats.org/officeDocument/2006/relationships/tags" Target="../tags/tag553.xml"/><Relationship Id="rId7" Type="http://schemas.openxmlformats.org/officeDocument/2006/relationships/tags" Target="../tags/tag552.xml"/><Relationship Id="rId6" Type="http://schemas.openxmlformats.org/officeDocument/2006/relationships/tags" Target="../tags/tag551.xml"/><Relationship Id="rId5" Type="http://schemas.openxmlformats.org/officeDocument/2006/relationships/tags" Target="../tags/tag550.xml"/><Relationship Id="rId4" Type="http://schemas.openxmlformats.org/officeDocument/2006/relationships/tags" Target="../tags/tag549.xml"/><Relationship Id="rId3" Type="http://schemas.openxmlformats.org/officeDocument/2006/relationships/tags" Target="../tags/tag548.xml"/><Relationship Id="rId2" Type="http://schemas.openxmlformats.org/officeDocument/2006/relationships/tags" Target="../tags/tag547.xml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9" Type="http://schemas.openxmlformats.org/officeDocument/2006/relationships/tags" Target="../tags/tag562.xml"/><Relationship Id="rId8" Type="http://schemas.openxmlformats.org/officeDocument/2006/relationships/tags" Target="../tags/tag561.xml"/><Relationship Id="rId7" Type="http://schemas.openxmlformats.org/officeDocument/2006/relationships/tags" Target="../tags/tag560.xml"/><Relationship Id="rId6" Type="http://schemas.openxmlformats.org/officeDocument/2006/relationships/tags" Target="../tags/tag559.xml"/><Relationship Id="rId5" Type="http://schemas.openxmlformats.org/officeDocument/2006/relationships/tags" Target="../tags/tag558.xml"/><Relationship Id="rId4" Type="http://schemas.openxmlformats.org/officeDocument/2006/relationships/tags" Target="../tags/tag557.xml"/><Relationship Id="rId3" Type="http://schemas.openxmlformats.org/officeDocument/2006/relationships/tags" Target="../tags/tag556.xml"/><Relationship Id="rId2" Type="http://schemas.openxmlformats.org/officeDocument/2006/relationships/tags" Target="../tags/tag555.xml"/><Relationship Id="rId12" Type="http://schemas.openxmlformats.org/officeDocument/2006/relationships/tags" Target="../tags/tag565.xml"/><Relationship Id="rId11" Type="http://schemas.openxmlformats.org/officeDocument/2006/relationships/tags" Target="../tags/tag564.xml"/><Relationship Id="rId10" Type="http://schemas.openxmlformats.org/officeDocument/2006/relationships/tags" Target="../tags/tag563.xml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9" Type="http://schemas.openxmlformats.org/officeDocument/2006/relationships/tags" Target="../tags/tag573.xml"/><Relationship Id="rId8" Type="http://schemas.openxmlformats.org/officeDocument/2006/relationships/tags" Target="../tags/tag572.xml"/><Relationship Id="rId7" Type="http://schemas.openxmlformats.org/officeDocument/2006/relationships/tags" Target="../tags/tag571.xml"/><Relationship Id="rId6" Type="http://schemas.openxmlformats.org/officeDocument/2006/relationships/tags" Target="../tags/tag570.xml"/><Relationship Id="rId5" Type="http://schemas.openxmlformats.org/officeDocument/2006/relationships/tags" Target="../tags/tag569.xml"/><Relationship Id="rId4" Type="http://schemas.openxmlformats.org/officeDocument/2006/relationships/tags" Target="../tags/tag568.xml"/><Relationship Id="rId3" Type="http://schemas.openxmlformats.org/officeDocument/2006/relationships/tags" Target="../tags/tag567.xml"/><Relationship Id="rId2" Type="http://schemas.openxmlformats.org/officeDocument/2006/relationships/tags" Target="../tags/tag566.xml"/><Relationship Id="rId15" Type="http://schemas.openxmlformats.org/officeDocument/2006/relationships/tags" Target="../tags/tag579.xml"/><Relationship Id="rId14" Type="http://schemas.openxmlformats.org/officeDocument/2006/relationships/tags" Target="../tags/tag578.xml"/><Relationship Id="rId13" Type="http://schemas.openxmlformats.org/officeDocument/2006/relationships/tags" Target="../tags/tag577.xml"/><Relationship Id="rId12" Type="http://schemas.openxmlformats.org/officeDocument/2006/relationships/tags" Target="../tags/tag576.xml"/><Relationship Id="rId11" Type="http://schemas.openxmlformats.org/officeDocument/2006/relationships/tags" Target="../tags/tag575.xml"/><Relationship Id="rId10" Type="http://schemas.openxmlformats.org/officeDocument/2006/relationships/tags" Target="../tags/tag574.xml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9" Type="http://schemas.openxmlformats.org/officeDocument/2006/relationships/tags" Target="../tags/tag587.xml"/><Relationship Id="rId8" Type="http://schemas.openxmlformats.org/officeDocument/2006/relationships/tags" Target="../tags/tag586.xml"/><Relationship Id="rId7" Type="http://schemas.openxmlformats.org/officeDocument/2006/relationships/tags" Target="../tags/tag585.xml"/><Relationship Id="rId6" Type="http://schemas.openxmlformats.org/officeDocument/2006/relationships/tags" Target="../tags/tag584.xml"/><Relationship Id="rId5" Type="http://schemas.openxmlformats.org/officeDocument/2006/relationships/tags" Target="../tags/tag583.xml"/><Relationship Id="rId4" Type="http://schemas.openxmlformats.org/officeDocument/2006/relationships/tags" Target="../tags/tag582.xml"/><Relationship Id="rId3" Type="http://schemas.openxmlformats.org/officeDocument/2006/relationships/tags" Target="../tags/tag581.xml"/><Relationship Id="rId2" Type="http://schemas.openxmlformats.org/officeDocument/2006/relationships/tags" Target="../tags/tag580.xml"/><Relationship Id="rId18" Type="http://schemas.openxmlformats.org/officeDocument/2006/relationships/tags" Target="../tags/tag596.xml"/><Relationship Id="rId17" Type="http://schemas.openxmlformats.org/officeDocument/2006/relationships/tags" Target="../tags/tag595.xml"/><Relationship Id="rId16" Type="http://schemas.openxmlformats.org/officeDocument/2006/relationships/tags" Target="../tags/tag594.xml"/><Relationship Id="rId15" Type="http://schemas.openxmlformats.org/officeDocument/2006/relationships/tags" Target="../tags/tag593.xml"/><Relationship Id="rId14" Type="http://schemas.openxmlformats.org/officeDocument/2006/relationships/tags" Target="../tags/tag592.xml"/><Relationship Id="rId13" Type="http://schemas.openxmlformats.org/officeDocument/2006/relationships/tags" Target="../tags/tag591.xml"/><Relationship Id="rId12" Type="http://schemas.openxmlformats.org/officeDocument/2006/relationships/tags" Target="../tags/tag590.xml"/><Relationship Id="rId11" Type="http://schemas.openxmlformats.org/officeDocument/2006/relationships/tags" Target="../tags/tag589.xml"/><Relationship Id="rId10" Type="http://schemas.openxmlformats.org/officeDocument/2006/relationships/tags" Target="../tags/tag588.xml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9" Type="http://schemas.openxmlformats.org/officeDocument/2006/relationships/tags" Target="../tags/tag604.xml"/><Relationship Id="rId8" Type="http://schemas.openxmlformats.org/officeDocument/2006/relationships/tags" Target="../tags/tag603.xml"/><Relationship Id="rId7" Type="http://schemas.openxmlformats.org/officeDocument/2006/relationships/tags" Target="../tags/tag602.xml"/><Relationship Id="rId6" Type="http://schemas.openxmlformats.org/officeDocument/2006/relationships/tags" Target="../tags/tag601.xml"/><Relationship Id="rId5" Type="http://schemas.openxmlformats.org/officeDocument/2006/relationships/tags" Target="../tags/tag600.xml"/><Relationship Id="rId4" Type="http://schemas.openxmlformats.org/officeDocument/2006/relationships/tags" Target="../tags/tag599.xml"/><Relationship Id="rId3" Type="http://schemas.openxmlformats.org/officeDocument/2006/relationships/tags" Target="../tags/tag598.xml"/><Relationship Id="rId21" Type="http://schemas.openxmlformats.org/officeDocument/2006/relationships/tags" Target="../tags/tag616.xml"/><Relationship Id="rId20" Type="http://schemas.openxmlformats.org/officeDocument/2006/relationships/tags" Target="../tags/tag615.xml"/><Relationship Id="rId2" Type="http://schemas.openxmlformats.org/officeDocument/2006/relationships/tags" Target="../tags/tag597.xml"/><Relationship Id="rId19" Type="http://schemas.openxmlformats.org/officeDocument/2006/relationships/tags" Target="../tags/tag614.xml"/><Relationship Id="rId18" Type="http://schemas.openxmlformats.org/officeDocument/2006/relationships/tags" Target="../tags/tag613.xml"/><Relationship Id="rId17" Type="http://schemas.openxmlformats.org/officeDocument/2006/relationships/tags" Target="../tags/tag612.xml"/><Relationship Id="rId16" Type="http://schemas.openxmlformats.org/officeDocument/2006/relationships/tags" Target="../tags/tag611.xml"/><Relationship Id="rId15" Type="http://schemas.openxmlformats.org/officeDocument/2006/relationships/tags" Target="../tags/tag610.xml"/><Relationship Id="rId14" Type="http://schemas.openxmlformats.org/officeDocument/2006/relationships/tags" Target="../tags/tag609.xml"/><Relationship Id="rId13" Type="http://schemas.openxmlformats.org/officeDocument/2006/relationships/tags" Target="../tags/tag608.xml"/><Relationship Id="rId12" Type="http://schemas.openxmlformats.org/officeDocument/2006/relationships/tags" Target="../tags/tag607.xml"/><Relationship Id="rId11" Type="http://schemas.openxmlformats.org/officeDocument/2006/relationships/tags" Target="../tags/tag606.xml"/><Relationship Id="rId10" Type="http://schemas.openxmlformats.org/officeDocument/2006/relationships/tags" Target="../tags/tag605.xml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tags" Target="../tags/tag624.xml"/><Relationship Id="rId2" Type="http://schemas.openxmlformats.org/officeDocument/2006/relationships/tags" Target="../tags/tag623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默认位置-并列-31_8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14400" y="18669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794000" y="2044700"/>
            <a:ext cx="84836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794000" y="2603500"/>
            <a:ext cx="848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914400" y="43815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794000" y="4559300"/>
            <a:ext cx="84836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794000" y="5118100"/>
            <a:ext cx="848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41910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1910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343400" y="1676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343400" y="2184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1910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343400" y="34036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343400" y="39116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41910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43434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43434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165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4165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165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2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9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8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2438400" y="22606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038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5974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1" hasCustomPrompt="1"/>
            <p:custDataLst>
              <p:tags r:id="rId9"/>
            </p:custDataLst>
          </p:nvPr>
        </p:nvSpPr>
        <p:spPr>
          <a:xfrm>
            <a:off x="8229600" y="22606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400800" y="4038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400800" y="45974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794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3302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4826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5334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叠-颜色错位-并列-39_9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438400" y="19177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438400" y="2425700"/>
            <a:ext cx="883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2" hasCustomPrompt="1"/>
            <p:custDataLst>
              <p:tags r:id="rId11"/>
            </p:custDataLst>
          </p:nvPr>
        </p:nvSpPr>
        <p:spPr>
          <a:xfrm>
            <a:off x="914400" y="45339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438400" y="44323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438400" y="4940300"/>
            <a:ext cx="883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4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2514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0" hasCustomPrompt="1"/>
            <p:custDataLst>
              <p:tags r:id="rId8"/>
            </p:custDataLst>
          </p:nvPr>
        </p:nvSpPr>
        <p:spPr>
          <a:xfrm>
            <a:off x="2870200" y="24130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160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160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81534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3" hasCustomPrompt="1"/>
            <p:custDataLst>
              <p:tags r:id="rId13"/>
            </p:custDataLst>
          </p:nvPr>
        </p:nvSpPr>
        <p:spPr>
          <a:xfrm>
            <a:off x="8509000" y="24130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66548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66548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背景-装饰背景-并列-57_8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3149600" y="15240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3454400" y="20447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3454400" y="2603500"/>
            <a:ext cx="782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3149600" y="40386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454400" y="45593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454400" y="5118100"/>
            <a:ext cx="782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2438400" y="2260600"/>
            <a:ext cx="1524000" cy="1524000"/>
          </a:xfrm>
          <a:custGeom>
            <a:avLst/>
            <a:gdLst>
              <a:gd name="connisteX0" fmla="*/ 0 w 1524000"/>
              <a:gd name="connsiteY0" fmla="*/ 304800 h 1524000"/>
              <a:gd name="connisteX1" fmla="*/ 304800 w 1524000"/>
              <a:gd name="connsiteY1" fmla="*/ 0 h 1524000"/>
              <a:gd name="connisteX2" fmla="*/ 1219200 w 1524000"/>
              <a:gd name="connsiteY2" fmla="*/ 0 h 1524000"/>
              <a:gd name="connisteX3" fmla="*/ 1524000 w 1524000"/>
              <a:gd name="connsiteY3" fmla="*/ 304800 h 1524000"/>
              <a:gd name="connisteX4" fmla="*/ 1524000 w 1524000"/>
              <a:gd name="connsiteY4" fmla="*/ 1219200 h 1524000"/>
              <a:gd name="connisteX5" fmla="*/ 1219200 w 1524000"/>
              <a:gd name="connsiteY5" fmla="*/ 1524000 h 1524000"/>
              <a:gd name="connisteX6" fmla="*/ 304800 w 1524000"/>
              <a:gd name="connsiteY6" fmla="*/ 1524000 h 1524000"/>
              <a:gd name="connisteX7" fmla="*/ 0 w 1524000"/>
              <a:gd name="connsiteY7" fmla="*/ 1219200 h 1524000"/>
              <a:gd name="connisteX8" fmla="*/ 0 w 1524000"/>
              <a:gd name="connsiteY8" fmla="*/ 3048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219200" y="0"/>
                </a:lnTo>
                <a:cubicBezTo>
                  <a:pt x="1387536" y="0"/>
                  <a:pt x="1524000" y="136464"/>
                  <a:pt x="1524000" y="304800"/>
                </a:cubicBezTo>
                <a:lnTo>
                  <a:pt x="1524000" y="1219200"/>
                </a:lnTo>
                <a:cubicBezTo>
                  <a:pt x="1524000" y="1387536"/>
                  <a:pt x="1387536" y="1524000"/>
                  <a:pt x="1219200" y="1524000"/>
                </a:cubicBezTo>
                <a:lnTo>
                  <a:pt x="304800" y="1524000"/>
                </a:lnTo>
                <a:cubicBezTo>
                  <a:pt x="136464" y="1524000"/>
                  <a:pt x="0" y="1387536"/>
                  <a:pt x="0" y="12192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2749550" y="2641600"/>
            <a:ext cx="901700" cy="762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4038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5974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8229600" y="2260600"/>
            <a:ext cx="1524000" cy="1524000"/>
          </a:xfrm>
          <a:custGeom>
            <a:avLst/>
            <a:gdLst>
              <a:gd name="connisteX0" fmla="*/ 0 w 1524000"/>
              <a:gd name="connsiteY0" fmla="*/ 304800 h 1524000"/>
              <a:gd name="connisteX1" fmla="*/ 304800 w 1524000"/>
              <a:gd name="connsiteY1" fmla="*/ 0 h 1524000"/>
              <a:gd name="connisteX2" fmla="*/ 1219200 w 1524000"/>
              <a:gd name="connsiteY2" fmla="*/ 0 h 1524000"/>
              <a:gd name="connisteX3" fmla="*/ 1524000 w 1524000"/>
              <a:gd name="connsiteY3" fmla="*/ 304800 h 1524000"/>
              <a:gd name="connisteX4" fmla="*/ 1524000 w 1524000"/>
              <a:gd name="connsiteY4" fmla="*/ 1219200 h 1524000"/>
              <a:gd name="connisteX5" fmla="*/ 1219200 w 1524000"/>
              <a:gd name="connsiteY5" fmla="*/ 1524000 h 1524000"/>
              <a:gd name="connisteX6" fmla="*/ 304800 w 1524000"/>
              <a:gd name="connsiteY6" fmla="*/ 1524000 h 1524000"/>
              <a:gd name="connisteX7" fmla="*/ 0 w 1524000"/>
              <a:gd name="connsiteY7" fmla="*/ 1219200 h 1524000"/>
              <a:gd name="connisteX8" fmla="*/ 0 w 1524000"/>
              <a:gd name="connsiteY8" fmla="*/ 3048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219200" y="0"/>
                </a:lnTo>
                <a:cubicBezTo>
                  <a:pt x="1387536" y="0"/>
                  <a:pt x="1524000" y="136464"/>
                  <a:pt x="1524000" y="304800"/>
                </a:cubicBezTo>
                <a:lnTo>
                  <a:pt x="1524000" y="1219200"/>
                </a:lnTo>
                <a:cubicBezTo>
                  <a:pt x="1524000" y="1387536"/>
                  <a:pt x="1387536" y="1524000"/>
                  <a:pt x="1219200" y="1524000"/>
                </a:cubicBezTo>
                <a:lnTo>
                  <a:pt x="304800" y="1524000"/>
                </a:lnTo>
                <a:cubicBezTo>
                  <a:pt x="136464" y="1524000"/>
                  <a:pt x="0" y="1387536"/>
                  <a:pt x="0" y="12192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540750" y="2641600"/>
            <a:ext cx="901700" cy="762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400800" y="4038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400800" y="45974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133600 h 2336800"/>
              <a:gd name="connisteX5" fmla="*/ 5130800 w 5334000"/>
              <a:gd name="connsiteY5" fmla="*/ 2336800 h 2336800"/>
              <a:gd name="connisteX6" fmla="*/ 203200 w 5334000"/>
              <a:gd name="connsiteY6" fmla="*/ 2336800 h 2336800"/>
              <a:gd name="connisteX7" fmla="*/ 0 w 5334000"/>
              <a:gd name="connsiteY7" fmla="*/ 2133600 h 2336800"/>
              <a:gd name="connisteX8" fmla="*/ 0 w 53340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133600"/>
                </a:lnTo>
                <a:cubicBezTo>
                  <a:pt x="5334000" y="2245824"/>
                  <a:pt x="5243024" y="2336800"/>
                  <a:pt x="51308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5334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内容占位符 11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2484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133600 h 2336800"/>
              <a:gd name="connisteX5" fmla="*/ 5130800 w 5334000"/>
              <a:gd name="connsiteY5" fmla="*/ 2336800 h 2336800"/>
              <a:gd name="connisteX6" fmla="*/ 203200 w 5334000"/>
              <a:gd name="connsiteY6" fmla="*/ 2336800 h 2336800"/>
              <a:gd name="connisteX7" fmla="*/ 0 w 5334000"/>
              <a:gd name="connsiteY7" fmla="*/ 2133600 h 2336800"/>
              <a:gd name="connisteX8" fmla="*/ 0 w 53340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133600"/>
                </a:lnTo>
                <a:cubicBezTo>
                  <a:pt x="5334000" y="2245824"/>
                  <a:pt x="5243024" y="2336800"/>
                  <a:pt x="51308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248400" y="41656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248400" y="4724400"/>
            <a:ext cx="5334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8001000" y="28448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8001000" y="3403600"/>
            <a:ext cx="312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颜色错位-并列-32_13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914400" y="18796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2" hasCustomPrompt="1"/>
            <p:custDataLst>
              <p:tags r:id="rId8"/>
            </p:custDataLst>
          </p:nvPr>
        </p:nvSpPr>
        <p:spPr>
          <a:xfrm>
            <a:off x="1092200" y="20574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879600" y="1879600"/>
            <a:ext cx="9398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879600" y="2336800"/>
            <a:ext cx="9398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914400" y="35052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5" hasCustomPrompt="1"/>
            <p:custDataLst>
              <p:tags r:id="rId13"/>
            </p:custDataLst>
          </p:nvPr>
        </p:nvSpPr>
        <p:spPr>
          <a:xfrm>
            <a:off x="1092200" y="36830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1879600" y="3505200"/>
            <a:ext cx="9398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1879600" y="3962400"/>
            <a:ext cx="9398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914400" y="51308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8" hasCustomPrompt="1"/>
            <p:custDataLst>
              <p:tags r:id="rId18"/>
            </p:custDataLst>
          </p:nvPr>
        </p:nvSpPr>
        <p:spPr>
          <a:xfrm>
            <a:off x="1092200" y="53086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1879600" y="5130800"/>
            <a:ext cx="9398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1879600" y="5588000"/>
            <a:ext cx="9398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2387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946400"/>
            <a:ext cx="50292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叠-默认位置-并列-38_1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8432800" cy="2209800"/>
          </a:xfrm>
          <a:custGeom>
            <a:avLst/>
            <a:gdLst>
              <a:gd name="connisteX0" fmla="*/ 0 w 8432800"/>
              <a:gd name="connsiteY0" fmla="*/ 203200 h 2209800"/>
              <a:gd name="connisteX1" fmla="*/ 203200 w 8432800"/>
              <a:gd name="connsiteY1" fmla="*/ 0 h 2209800"/>
              <a:gd name="connisteX2" fmla="*/ 8432800 w 8432800"/>
              <a:gd name="connsiteY2" fmla="*/ 0 h 2209800"/>
              <a:gd name="connisteX3" fmla="*/ 8432800 w 8432800"/>
              <a:gd name="connsiteY3" fmla="*/ 2209800 h 2209800"/>
              <a:gd name="connisteX4" fmla="*/ 203200 w 8432800"/>
              <a:gd name="connsiteY4" fmla="*/ 2209800 h 2209800"/>
              <a:gd name="connisteX5" fmla="*/ 0 w 8432800"/>
              <a:gd name="connsiteY5" fmla="*/ 2006600 h 2209800"/>
              <a:gd name="connisteX6" fmla="*/ 0 w 8432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8432800" y="0"/>
                </a:lnTo>
                <a:lnTo>
                  <a:pt x="8432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0424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923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4511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038600"/>
            <a:ext cx="8432800" cy="2209800"/>
          </a:xfrm>
          <a:custGeom>
            <a:avLst/>
            <a:gdLst>
              <a:gd name="connisteX0" fmla="*/ 0 w 8432800"/>
              <a:gd name="connsiteY0" fmla="*/ 203200 h 2209800"/>
              <a:gd name="connisteX1" fmla="*/ 203200 w 8432800"/>
              <a:gd name="connsiteY1" fmla="*/ 0 h 2209800"/>
              <a:gd name="connisteX2" fmla="*/ 8432800 w 8432800"/>
              <a:gd name="connsiteY2" fmla="*/ 0 h 2209800"/>
              <a:gd name="connisteX3" fmla="*/ 8432800 w 8432800"/>
              <a:gd name="connsiteY3" fmla="*/ 2209800 h 2209800"/>
              <a:gd name="connisteX4" fmla="*/ 203200 w 8432800"/>
              <a:gd name="connsiteY4" fmla="*/ 2209800 h 2209800"/>
              <a:gd name="connisteX5" fmla="*/ 0 w 8432800"/>
              <a:gd name="connsiteY5" fmla="*/ 2006600 h 2209800"/>
              <a:gd name="connisteX6" fmla="*/ 0 w 8432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8432800" y="0"/>
                </a:lnTo>
                <a:lnTo>
                  <a:pt x="8432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9042400" y="40386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914400" y="44069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914400" y="4965700"/>
            <a:ext cx="782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14400" y="1828800"/>
            <a:ext cx="4724400" cy="2336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553200" y="1828800"/>
            <a:ext cx="4724400" cy="2336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30988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4648200" y="6096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800600" y="1117600"/>
            <a:ext cx="30099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420100" y="6096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572500" y="1117600"/>
            <a:ext cx="30099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731000 w 6934200"/>
              <a:gd name="connsiteY1" fmla="*/ 0 h 4724400"/>
              <a:gd name="connisteX2" fmla="*/ 6934200 w 6934200"/>
              <a:gd name="connsiteY2" fmla="*/ 203200 h 4724400"/>
              <a:gd name="connisteX3" fmla="*/ 6934200 w 6934200"/>
              <a:gd name="connsiteY3" fmla="*/ 4521200 h 4724400"/>
              <a:gd name="connisteX4" fmla="*/ 6731000 w 6934200"/>
              <a:gd name="connsiteY4" fmla="*/ 4724400 h 4724400"/>
              <a:gd name="connisteX5" fmla="*/ 0 w 6934200"/>
              <a:gd name="connsiteY5" fmla="*/ 4724400 h 4724400"/>
              <a:gd name="connisteX6" fmla="*/ 0 w 69342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0"/>
                </a:move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4521200"/>
                </a:lnTo>
                <a:cubicBezTo>
                  <a:pt x="6934200" y="4633424"/>
                  <a:pt x="6843224" y="4724400"/>
                  <a:pt x="67310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203200 w 4038600"/>
              <a:gd name="connsiteY4" fmla="*/ 4724400 h 4724400"/>
              <a:gd name="connisteX5" fmla="*/ 0 w 4038600"/>
              <a:gd name="connsiteY5" fmla="*/ 4521200 h 4724400"/>
              <a:gd name="connisteX6" fmla="*/ 0 w 40386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8448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3403600"/>
            <a:ext cx="312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930400"/>
            <a:ext cx="3454400" cy="3911600"/>
          </a:xfrm>
          <a:custGeom>
            <a:avLst/>
            <a:gdLst>
              <a:gd name="connisteX0" fmla="*/ 0 w 3454400"/>
              <a:gd name="connsiteY0" fmla="*/ 203200 h 3911600"/>
              <a:gd name="connisteX1" fmla="*/ 203200 w 3454400"/>
              <a:gd name="connsiteY1" fmla="*/ 0 h 3911600"/>
              <a:gd name="connisteX2" fmla="*/ 3251200 w 3454400"/>
              <a:gd name="connsiteY2" fmla="*/ 0 h 3911600"/>
              <a:gd name="connisteX3" fmla="*/ 3454400 w 3454400"/>
              <a:gd name="connsiteY3" fmla="*/ 203200 h 3911600"/>
              <a:gd name="connisteX4" fmla="*/ 3454400 w 3454400"/>
              <a:gd name="connsiteY4" fmla="*/ 3708400 h 3911600"/>
              <a:gd name="connisteX5" fmla="*/ 3251200 w 3454400"/>
              <a:gd name="connsiteY5" fmla="*/ 3911600 h 3911600"/>
              <a:gd name="connisteX6" fmla="*/ 203200 w 3454400"/>
              <a:gd name="connsiteY6" fmla="*/ 3911600 h 3911600"/>
              <a:gd name="connisteX7" fmla="*/ 0 w 3454400"/>
              <a:gd name="connsiteY7" fmla="*/ 3708400 h 3911600"/>
              <a:gd name="connisteX8" fmla="*/ 0 w 3454400"/>
              <a:gd name="connsiteY8" fmla="*/ 203200 h 391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91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708400"/>
                </a:lnTo>
                <a:cubicBezTo>
                  <a:pt x="3454400" y="3820624"/>
                  <a:pt x="3363424" y="3911600"/>
                  <a:pt x="3251200" y="3911600"/>
                </a:cubicBezTo>
                <a:lnTo>
                  <a:pt x="203200" y="3911600"/>
                </a:lnTo>
                <a:cubicBezTo>
                  <a:pt x="90976" y="3911600"/>
                  <a:pt x="0" y="3820624"/>
                  <a:pt x="0" y="3708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69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4368800" y="1930400"/>
            <a:ext cx="3454400" cy="3911600"/>
          </a:xfrm>
          <a:custGeom>
            <a:avLst/>
            <a:gdLst>
              <a:gd name="connisteX0" fmla="*/ 0 w 3454400"/>
              <a:gd name="connsiteY0" fmla="*/ 203200 h 3911600"/>
              <a:gd name="connisteX1" fmla="*/ 203200 w 3454400"/>
              <a:gd name="connsiteY1" fmla="*/ 0 h 3911600"/>
              <a:gd name="connisteX2" fmla="*/ 3251200 w 3454400"/>
              <a:gd name="connsiteY2" fmla="*/ 0 h 3911600"/>
              <a:gd name="connisteX3" fmla="*/ 3454400 w 3454400"/>
              <a:gd name="connsiteY3" fmla="*/ 203200 h 3911600"/>
              <a:gd name="connisteX4" fmla="*/ 3454400 w 3454400"/>
              <a:gd name="connsiteY4" fmla="*/ 3708400 h 3911600"/>
              <a:gd name="connisteX5" fmla="*/ 3251200 w 3454400"/>
              <a:gd name="connsiteY5" fmla="*/ 3911600 h 3911600"/>
              <a:gd name="connisteX6" fmla="*/ 203200 w 3454400"/>
              <a:gd name="connsiteY6" fmla="*/ 3911600 h 3911600"/>
              <a:gd name="connisteX7" fmla="*/ 0 w 3454400"/>
              <a:gd name="connsiteY7" fmla="*/ 3708400 h 3911600"/>
              <a:gd name="connisteX8" fmla="*/ 0 w 3454400"/>
              <a:gd name="connsiteY8" fmla="*/ 203200 h 391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91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708400"/>
                </a:lnTo>
                <a:cubicBezTo>
                  <a:pt x="3454400" y="3820624"/>
                  <a:pt x="3363424" y="3911600"/>
                  <a:pt x="3251200" y="3911600"/>
                </a:cubicBezTo>
                <a:lnTo>
                  <a:pt x="203200" y="3911600"/>
                </a:lnTo>
                <a:cubicBezTo>
                  <a:pt x="90976" y="3911600"/>
                  <a:pt x="0" y="3820624"/>
                  <a:pt x="0" y="3708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73600" y="269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8128000" y="1930400"/>
            <a:ext cx="3454400" cy="3911600"/>
          </a:xfrm>
          <a:custGeom>
            <a:avLst/>
            <a:gdLst>
              <a:gd name="connisteX0" fmla="*/ 0 w 3454400"/>
              <a:gd name="connsiteY0" fmla="*/ 203200 h 3911600"/>
              <a:gd name="connisteX1" fmla="*/ 203200 w 3454400"/>
              <a:gd name="connsiteY1" fmla="*/ 0 h 3911600"/>
              <a:gd name="connisteX2" fmla="*/ 3251200 w 3454400"/>
              <a:gd name="connsiteY2" fmla="*/ 0 h 3911600"/>
              <a:gd name="connisteX3" fmla="*/ 3454400 w 3454400"/>
              <a:gd name="connsiteY3" fmla="*/ 203200 h 3911600"/>
              <a:gd name="connisteX4" fmla="*/ 3454400 w 3454400"/>
              <a:gd name="connsiteY4" fmla="*/ 3708400 h 3911600"/>
              <a:gd name="connisteX5" fmla="*/ 3251200 w 3454400"/>
              <a:gd name="connsiteY5" fmla="*/ 3911600 h 3911600"/>
              <a:gd name="connisteX6" fmla="*/ 203200 w 3454400"/>
              <a:gd name="connsiteY6" fmla="*/ 3911600 h 3911600"/>
              <a:gd name="connisteX7" fmla="*/ 0 w 3454400"/>
              <a:gd name="connsiteY7" fmla="*/ 3708400 h 3911600"/>
              <a:gd name="connisteX8" fmla="*/ 0 w 3454400"/>
              <a:gd name="connsiteY8" fmla="*/ 203200 h 391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91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708400"/>
                </a:lnTo>
                <a:cubicBezTo>
                  <a:pt x="3454400" y="3820624"/>
                  <a:pt x="3363424" y="3911600"/>
                  <a:pt x="3251200" y="3911600"/>
                </a:cubicBezTo>
                <a:lnTo>
                  <a:pt x="203200" y="3911600"/>
                </a:lnTo>
                <a:cubicBezTo>
                  <a:pt x="90976" y="3911600"/>
                  <a:pt x="0" y="3820624"/>
                  <a:pt x="0" y="3708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269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336800"/>
            <a:ext cx="1097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09600" y="28956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860800"/>
            <a:ext cx="1036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3302000"/>
            <a:ext cx="1097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3860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1097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1097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34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5306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10820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35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8650" y="2057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574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574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343650" y="2057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7289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289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28650" y="4191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 hasCustomPrompt="1"/>
            <p:custDataLst>
              <p:tags r:id="rId15"/>
            </p:custDataLst>
          </p:nvPr>
        </p:nvSpPr>
        <p:spPr>
          <a:xfrm>
            <a:off x="6343650" y="4191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7289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中内下图-装饰下-默认位置-并列-59_32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34544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1524000"/>
            <a:ext cx="10972800" cy="1778000"/>
          </a:xfrm>
          <a:custGeom>
            <a:avLst/>
            <a:gdLst>
              <a:gd name="connisteX0" fmla="*/ 0 w 10972800"/>
              <a:gd name="connsiteY0" fmla="*/ 203200 h 1778000"/>
              <a:gd name="connisteX1" fmla="*/ 203200 w 10972800"/>
              <a:gd name="connsiteY1" fmla="*/ 0 h 1778000"/>
              <a:gd name="connisteX2" fmla="*/ 10769600 w 10972800"/>
              <a:gd name="connsiteY2" fmla="*/ 0 h 1778000"/>
              <a:gd name="connisteX3" fmla="*/ 10972800 w 10972800"/>
              <a:gd name="connsiteY3" fmla="*/ 203200 h 1778000"/>
              <a:gd name="connisteX4" fmla="*/ 10972800 w 10972800"/>
              <a:gd name="connsiteY4" fmla="*/ 1574800 h 1778000"/>
              <a:gd name="connisteX5" fmla="*/ 10769600 w 10972800"/>
              <a:gd name="connsiteY5" fmla="*/ 1778000 h 1778000"/>
              <a:gd name="connisteX6" fmla="*/ 203200 w 10972800"/>
              <a:gd name="connsiteY6" fmla="*/ 1778000 h 1778000"/>
              <a:gd name="connisteX7" fmla="*/ 0 w 10972800"/>
              <a:gd name="connsiteY7" fmla="*/ 1574800 h 1778000"/>
              <a:gd name="connisteX8" fmla="*/ 0 w 109728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574800"/>
                </a:lnTo>
                <a:cubicBezTo>
                  <a:pt x="10972800" y="1687024"/>
                  <a:pt x="10881824" y="1778000"/>
                  <a:pt x="107696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28800"/>
            <a:ext cx="1036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387600"/>
            <a:ext cx="1036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默认位置-并列-3_19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701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2" hasCustomPrompt="1"/>
            <p:custDataLst>
              <p:tags r:id="rId7"/>
            </p:custDataLst>
          </p:nvPr>
        </p:nvSpPr>
        <p:spPr>
          <a:xfrm>
            <a:off x="822960" y="1915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778000" y="16002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778000" y="21082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822960" y="36423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1778000" y="33274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1778000" y="38354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609600" y="5156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5"/>
            </p:custDataLst>
          </p:nvPr>
        </p:nvSpPr>
        <p:spPr>
          <a:xfrm>
            <a:off x="822960" y="5369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778000" y="50546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1778000" y="55626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2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02400" y="15875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02400" y="2146300"/>
            <a:ext cx="5080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内容占位符 11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02400" y="41021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02400" y="4660900"/>
            <a:ext cx="5080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2514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81534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6548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6548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方向错位-并列-26_9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84800" cy="2209800"/>
          </a:xfrm>
          <a:custGeom>
            <a:avLst/>
            <a:gdLst>
              <a:gd name="connisteX0" fmla="*/ 0 w 5384800"/>
              <a:gd name="connsiteY0" fmla="*/ 203200 h 2209800"/>
              <a:gd name="connisteX1" fmla="*/ 203200 w 5384800"/>
              <a:gd name="connsiteY1" fmla="*/ 0 h 2209800"/>
              <a:gd name="connisteX2" fmla="*/ 5384800 w 5384800"/>
              <a:gd name="connsiteY2" fmla="*/ 0 h 2209800"/>
              <a:gd name="connisteX3" fmla="*/ 5384800 w 5384800"/>
              <a:gd name="connsiteY3" fmla="*/ 2209800 h 2209800"/>
              <a:gd name="connisteX4" fmla="*/ 203200 w 5384800"/>
              <a:gd name="connsiteY4" fmla="*/ 2209800 h 2209800"/>
              <a:gd name="connisteX5" fmla="*/ 0 w 5384800"/>
              <a:gd name="connsiteY5" fmla="*/ 2006600 h 2209800"/>
              <a:gd name="connisteX6" fmla="*/ 0 w 5384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lnTo>
                  <a:pt x="5384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5994400" y="1524000"/>
            <a:ext cx="5588000" cy="2209800"/>
          </a:xfrm>
          <a:custGeom>
            <a:avLst/>
            <a:gdLst>
              <a:gd name="connisteX0" fmla="*/ 0 w 5588000"/>
              <a:gd name="connsiteY0" fmla="*/ 0 h 2209800"/>
              <a:gd name="connisteX1" fmla="*/ 5384800 w 5588000"/>
              <a:gd name="connsiteY1" fmla="*/ 0 h 2209800"/>
              <a:gd name="connisteX2" fmla="*/ 5588000 w 5588000"/>
              <a:gd name="connsiteY2" fmla="*/ 203200 h 2209800"/>
              <a:gd name="connisteX3" fmla="*/ 5588000 w 5588000"/>
              <a:gd name="connsiteY3" fmla="*/ 2006600 h 2209800"/>
              <a:gd name="connisteX4" fmla="*/ 5384800 w 5588000"/>
              <a:gd name="connsiteY4" fmla="*/ 2209800 h 2209800"/>
              <a:gd name="connisteX5" fmla="*/ 0 w 5588000"/>
              <a:gd name="connsiteY5" fmla="*/ 2209800 h 2209800"/>
              <a:gd name="connisteX6" fmla="*/ 0 w 5588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0"/>
                </a:move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923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451100"/>
            <a:ext cx="4775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197600" y="40386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02400" y="44069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02400" y="4965700"/>
            <a:ext cx="4775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089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946400"/>
          </a:xfrm>
          <a:custGeom>
            <a:avLst/>
            <a:gdLst>
              <a:gd name="connisteX0" fmla="*/ 0 w 10972800"/>
              <a:gd name="connsiteY0" fmla="*/ 203200 h 2946400"/>
              <a:gd name="connisteX1" fmla="*/ 203200 w 10972800"/>
              <a:gd name="connsiteY1" fmla="*/ 0 h 2946400"/>
              <a:gd name="connisteX2" fmla="*/ 10769600 w 10972800"/>
              <a:gd name="connsiteY2" fmla="*/ 0 h 2946400"/>
              <a:gd name="connisteX3" fmla="*/ 10972800 w 10972800"/>
              <a:gd name="connsiteY3" fmla="*/ 203200 h 2946400"/>
              <a:gd name="connisteX4" fmla="*/ 10972800 w 10972800"/>
              <a:gd name="connsiteY4" fmla="*/ 2743200 h 2946400"/>
              <a:gd name="connisteX5" fmla="*/ 10769600 w 10972800"/>
              <a:gd name="connsiteY5" fmla="*/ 2946400 h 2946400"/>
              <a:gd name="connisteX6" fmla="*/ 203200 w 10972800"/>
              <a:gd name="connsiteY6" fmla="*/ 2946400 h 2946400"/>
              <a:gd name="connisteX7" fmla="*/ 0 w 10972800"/>
              <a:gd name="connsiteY7" fmla="*/ 2743200 h 2946400"/>
              <a:gd name="connisteX8" fmla="*/ 0 w 109728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43200"/>
                </a:lnTo>
                <a:cubicBezTo>
                  <a:pt x="10972800" y="2855424"/>
                  <a:pt x="10881824" y="2946400"/>
                  <a:pt x="107696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41656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4724400"/>
            <a:ext cx="31623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420100" y="41656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420100" y="4724400"/>
            <a:ext cx="31623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颜色错位-并列-2_1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5181600" y="1524000"/>
            <a:ext cx="6400800" cy="2209800"/>
          </a:xfrm>
          <a:custGeom>
            <a:avLst/>
            <a:gdLst>
              <a:gd name="connisteX0" fmla="*/ 0 w 6400800"/>
              <a:gd name="connsiteY0" fmla="*/ 0 h 2209800"/>
              <a:gd name="connisteX1" fmla="*/ 6197600 w 6400800"/>
              <a:gd name="connsiteY1" fmla="*/ 0 h 2209800"/>
              <a:gd name="connisteX2" fmla="*/ 6400800 w 6400800"/>
              <a:gd name="connsiteY2" fmla="*/ 203200 h 2209800"/>
              <a:gd name="connisteX3" fmla="*/ 6400800 w 6400800"/>
              <a:gd name="connsiteY3" fmla="*/ 2006600 h 2209800"/>
              <a:gd name="connisteX4" fmla="*/ 6197600 w 6400800"/>
              <a:gd name="connsiteY4" fmla="*/ 2209800 h 2209800"/>
              <a:gd name="connisteX5" fmla="*/ 0 w 6400800"/>
              <a:gd name="connsiteY5" fmla="*/ 2209800 h 2209800"/>
              <a:gd name="connisteX6" fmla="*/ 0 w 6400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400800" h="2209800">
                <a:moveTo>
                  <a:pt x="0" y="0"/>
                </a:moveTo>
                <a:lnTo>
                  <a:pt x="6197600" y="0"/>
                </a:lnTo>
                <a:cubicBezTo>
                  <a:pt x="6309824" y="0"/>
                  <a:pt x="6400800" y="90976"/>
                  <a:pt x="6400800" y="203200"/>
                </a:cubicBezTo>
                <a:lnTo>
                  <a:pt x="6400800" y="2006600"/>
                </a:lnTo>
                <a:cubicBezTo>
                  <a:pt x="6400800" y="2118824"/>
                  <a:pt x="6309824" y="2209800"/>
                  <a:pt x="6197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4572000" cy="2209800"/>
          </a:xfrm>
          <a:custGeom>
            <a:avLst/>
            <a:gdLst>
              <a:gd name="connisteX0" fmla="*/ 0 w 4572000"/>
              <a:gd name="connsiteY0" fmla="*/ 203200 h 2209800"/>
              <a:gd name="connisteX1" fmla="*/ 203200 w 4572000"/>
              <a:gd name="connsiteY1" fmla="*/ 0 h 2209800"/>
              <a:gd name="connisteX2" fmla="*/ 4572000 w 4572000"/>
              <a:gd name="connsiteY2" fmla="*/ 0 h 2209800"/>
              <a:gd name="connisteX3" fmla="*/ 4572000 w 4572000"/>
              <a:gd name="connsiteY3" fmla="*/ 2209800 h 2209800"/>
              <a:gd name="connisteX4" fmla="*/ 203200 w 4572000"/>
              <a:gd name="connsiteY4" fmla="*/ 2209800 h 2209800"/>
              <a:gd name="connisteX5" fmla="*/ 0 w 4572000"/>
              <a:gd name="connsiteY5" fmla="*/ 2006600 h 2209800"/>
              <a:gd name="connisteX6" fmla="*/ 0 w 4572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572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572000" y="0"/>
                </a:lnTo>
                <a:lnTo>
                  <a:pt x="4572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86400" y="1892300"/>
            <a:ext cx="579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86400" y="2451100"/>
            <a:ext cx="579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181600" y="4038600"/>
            <a:ext cx="6400800" cy="2209800"/>
          </a:xfrm>
          <a:custGeom>
            <a:avLst/>
            <a:gdLst>
              <a:gd name="connisteX0" fmla="*/ 0 w 6400800"/>
              <a:gd name="connsiteY0" fmla="*/ 0 h 2209800"/>
              <a:gd name="connisteX1" fmla="*/ 6197600 w 6400800"/>
              <a:gd name="connsiteY1" fmla="*/ 0 h 2209800"/>
              <a:gd name="connisteX2" fmla="*/ 6400800 w 6400800"/>
              <a:gd name="connsiteY2" fmla="*/ 203200 h 2209800"/>
              <a:gd name="connisteX3" fmla="*/ 6400800 w 6400800"/>
              <a:gd name="connsiteY3" fmla="*/ 2006600 h 2209800"/>
              <a:gd name="connisteX4" fmla="*/ 6197600 w 6400800"/>
              <a:gd name="connsiteY4" fmla="*/ 2209800 h 2209800"/>
              <a:gd name="connisteX5" fmla="*/ 0 w 6400800"/>
              <a:gd name="connsiteY5" fmla="*/ 2209800 h 2209800"/>
              <a:gd name="connisteX6" fmla="*/ 0 w 6400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400800" h="2209800">
                <a:moveTo>
                  <a:pt x="0" y="0"/>
                </a:moveTo>
                <a:lnTo>
                  <a:pt x="6197600" y="0"/>
                </a:lnTo>
                <a:cubicBezTo>
                  <a:pt x="6309824" y="0"/>
                  <a:pt x="6400800" y="90976"/>
                  <a:pt x="6400800" y="203200"/>
                </a:cubicBezTo>
                <a:lnTo>
                  <a:pt x="6400800" y="2006600"/>
                </a:lnTo>
                <a:cubicBezTo>
                  <a:pt x="6400800" y="2118824"/>
                  <a:pt x="6309824" y="2209800"/>
                  <a:pt x="6197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4572000" cy="2209800"/>
          </a:xfrm>
          <a:custGeom>
            <a:avLst/>
            <a:gdLst>
              <a:gd name="connisteX0" fmla="*/ 0 w 4572000"/>
              <a:gd name="connsiteY0" fmla="*/ 203200 h 2209800"/>
              <a:gd name="connisteX1" fmla="*/ 203200 w 4572000"/>
              <a:gd name="connsiteY1" fmla="*/ 0 h 2209800"/>
              <a:gd name="connisteX2" fmla="*/ 4572000 w 4572000"/>
              <a:gd name="connsiteY2" fmla="*/ 0 h 2209800"/>
              <a:gd name="connisteX3" fmla="*/ 4572000 w 4572000"/>
              <a:gd name="connsiteY3" fmla="*/ 2209800 h 2209800"/>
              <a:gd name="connisteX4" fmla="*/ 203200 w 4572000"/>
              <a:gd name="connsiteY4" fmla="*/ 2209800 h 2209800"/>
              <a:gd name="connisteX5" fmla="*/ 0 w 4572000"/>
              <a:gd name="connsiteY5" fmla="*/ 2006600 h 2209800"/>
              <a:gd name="connisteX6" fmla="*/ 0 w 4572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572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572000" y="0"/>
                </a:lnTo>
                <a:lnTo>
                  <a:pt x="4572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5486400" y="4406900"/>
            <a:ext cx="579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5486400" y="4965700"/>
            <a:ext cx="579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9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489200" y="21082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489200" y="2616200"/>
            <a:ext cx="909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1" hasCustomPrompt="1"/>
            <p:custDataLst>
              <p:tags r:id="rId9"/>
            </p:custDataLst>
          </p:nvPr>
        </p:nvSpPr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489200" y="42418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489200" y="4749800"/>
            <a:ext cx="909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左图上右标下右内-装饰无-默认位置-并列-30_22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705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705600" y="3352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889750" y="3581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67056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67056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9448800" y="3352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9632950" y="3581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94488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94488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548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054600" y="1143000"/>
            <a:ext cx="6121400" cy="4572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2"/>
            </p:custDataLst>
          </p:nvPr>
        </p:nvSpPr>
        <p:spPr>
          <a:xfrm>
            <a:off x="5486400" y="32004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89" hasCustomPrompt="1"/>
            <p:custDataLst>
              <p:tags r:id="rId3"/>
            </p:custDataLst>
          </p:nvPr>
        </p:nvSpPr>
        <p:spPr>
          <a:xfrm>
            <a:off x="5130800" y="30226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31242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6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24638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5130800" y="23622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25400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4083050" y="3784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5130800" y="36830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86400" y="38608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1803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5130800" y="17018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18796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4083050" y="31242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5130800" y="30226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86400" y="32004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83050" y="4445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5130800" y="43434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86400" y="45212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114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5130800" y="10414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12192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4083050" y="24638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5130800" y="23622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86400" y="25400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83050" y="3784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5130800" y="36830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86400" y="38608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4083050" y="510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5130800" y="50038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5486400" y="51816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7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9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1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9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400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401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3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8" hasCustomPrompt="1"/>
            <p:custDataLst>
              <p:tags r:id="rId19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4" hasCustomPrompt="1"/>
            <p:custDataLst>
              <p:tags r:id="rId20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21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1903942" y="3530600"/>
            <a:ext cx="8384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单击此处添加章节标题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8" Type="http://schemas.openxmlformats.org/officeDocument/2006/relationships/theme" Target="../theme/theme2.xml"/><Relationship Id="rId67" Type="http://schemas.openxmlformats.org/officeDocument/2006/relationships/tags" Target="../tags/tag622.xml"/><Relationship Id="rId66" Type="http://schemas.openxmlformats.org/officeDocument/2006/relationships/tags" Target="../tags/tag621.xml"/><Relationship Id="rId65" Type="http://schemas.openxmlformats.org/officeDocument/2006/relationships/tags" Target="../tags/tag620.xml"/><Relationship Id="rId64" Type="http://schemas.openxmlformats.org/officeDocument/2006/relationships/tags" Target="../tags/tag619.xml"/><Relationship Id="rId63" Type="http://schemas.openxmlformats.org/officeDocument/2006/relationships/tags" Target="../tags/tag618.xml"/><Relationship Id="rId62" Type="http://schemas.openxmlformats.org/officeDocument/2006/relationships/tags" Target="../tags/tag617.xml"/><Relationship Id="rId61" Type="http://schemas.openxmlformats.org/officeDocument/2006/relationships/slideLayout" Target="../slideLayouts/slideLayout71.xml"/><Relationship Id="rId60" Type="http://schemas.openxmlformats.org/officeDocument/2006/relationships/slideLayout" Target="../slideLayouts/slideLayout70.xml"/><Relationship Id="rId6" Type="http://schemas.openxmlformats.org/officeDocument/2006/relationships/slideLayout" Target="../slideLayouts/slideLayout16.xml"/><Relationship Id="rId59" Type="http://schemas.openxmlformats.org/officeDocument/2006/relationships/slideLayout" Target="../slideLayouts/slideLayout69.xml"/><Relationship Id="rId58" Type="http://schemas.openxmlformats.org/officeDocument/2006/relationships/slideLayout" Target="../slideLayouts/slideLayout68.xml"/><Relationship Id="rId57" Type="http://schemas.openxmlformats.org/officeDocument/2006/relationships/slideLayout" Target="../slideLayouts/slideLayout67.xml"/><Relationship Id="rId56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65.xml"/><Relationship Id="rId54" Type="http://schemas.openxmlformats.org/officeDocument/2006/relationships/slideLayout" Target="../slideLayouts/slideLayout64.xml"/><Relationship Id="rId53" Type="http://schemas.openxmlformats.org/officeDocument/2006/relationships/slideLayout" Target="../slideLayouts/slideLayout63.xml"/><Relationship Id="rId52" Type="http://schemas.openxmlformats.org/officeDocument/2006/relationships/slideLayout" Target="../slideLayouts/slideLayout62.xml"/><Relationship Id="rId51" Type="http://schemas.openxmlformats.org/officeDocument/2006/relationships/slideLayout" Target="../slideLayouts/slideLayout61.xml"/><Relationship Id="rId50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5.xml"/><Relationship Id="rId49" Type="http://schemas.openxmlformats.org/officeDocument/2006/relationships/slideLayout" Target="../slideLayouts/slideLayout59.xml"/><Relationship Id="rId48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7.xml"/><Relationship Id="rId46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14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tags" Target="../tags/tag630.xml"/><Relationship Id="rId6" Type="http://schemas.openxmlformats.org/officeDocument/2006/relationships/tags" Target="../tags/tag629.xml"/><Relationship Id="rId5" Type="http://schemas.openxmlformats.org/officeDocument/2006/relationships/tags" Target="../tags/tag628.xml"/><Relationship Id="rId4" Type="http://schemas.openxmlformats.org/officeDocument/2006/relationships/tags" Target="../tags/tag627.xml"/><Relationship Id="rId3" Type="http://schemas.openxmlformats.org/officeDocument/2006/relationships/tags" Target="../tags/tag626.xml"/><Relationship Id="rId2" Type="http://schemas.openxmlformats.org/officeDocument/2006/relationships/tags" Target="../tags/tag625.xml"/><Relationship Id="rId1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6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5" r:id="rId56"/>
    <p:sldLayoutId id="2147483716" r:id="rId57"/>
    <p:sldLayoutId id="2147483717" r:id="rId58"/>
    <p:sldLayoutId id="2147483718" r:id="rId59"/>
    <p:sldLayoutId id="2147483719" r:id="rId60"/>
    <p:sldLayoutId id="2147483720" r:id="rId6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7" Type="http://schemas.openxmlformats.org/officeDocument/2006/relationships/tags" Target="../tags/tag635.xml"/><Relationship Id="rId6" Type="http://schemas.openxmlformats.org/officeDocument/2006/relationships/image" Target="../media/image2.png"/><Relationship Id="rId5" Type="http://schemas.openxmlformats.org/officeDocument/2006/relationships/tags" Target="../tags/tag634.xml"/><Relationship Id="rId4" Type="http://schemas.openxmlformats.org/officeDocument/2006/relationships/tags" Target="../tags/tag633.xml"/><Relationship Id="rId3" Type="http://schemas.openxmlformats.org/officeDocument/2006/relationships/image" Target="../media/image1.png"/><Relationship Id="rId2" Type="http://schemas.openxmlformats.org/officeDocument/2006/relationships/tags" Target="../tags/tag632.xml"/><Relationship Id="rId1" Type="http://schemas.openxmlformats.org/officeDocument/2006/relationships/tags" Target="../tags/tag63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2.xml"/><Relationship Id="rId6" Type="http://schemas.openxmlformats.org/officeDocument/2006/relationships/tags" Target="../tags/tag63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3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7" Type="http://schemas.openxmlformats.org/officeDocument/2006/relationships/tags" Target="../tags/tag63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38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2.xml"/><Relationship Id="rId6" Type="http://schemas.openxmlformats.org/officeDocument/2006/relationships/tags" Target="../tags/tag64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40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2.xml"/><Relationship Id="rId4" Type="http://schemas.openxmlformats.org/officeDocument/2006/relationships/tags" Target="../tags/tag64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4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2.xml"/><Relationship Id="rId4" Type="http://schemas.openxmlformats.org/officeDocument/2006/relationships/tags" Target="../tags/tag645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44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2.xml"/><Relationship Id="rId5" Type="http://schemas.openxmlformats.org/officeDocument/2006/relationships/tags" Target="../tags/tag647.xml"/><Relationship Id="rId4" Type="http://schemas.openxmlformats.org/officeDocument/2006/relationships/image" Target="../media/image1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4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7" Type="http://schemas.openxmlformats.org/officeDocument/2006/relationships/tags" Target="../tags/tag64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4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2.xml"/><Relationship Id="rId6" Type="http://schemas.openxmlformats.org/officeDocument/2006/relationships/tags" Target="../tags/tag65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5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7" Type="http://schemas.openxmlformats.org/officeDocument/2006/relationships/tags" Target="../tags/tag65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5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7" Type="http://schemas.openxmlformats.org/officeDocument/2006/relationships/tags" Target="../tags/tag65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54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2.xml"/><Relationship Id="rId6" Type="http://schemas.openxmlformats.org/officeDocument/2006/relationships/tags" Target="../tags/tag65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5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7" Type="http://schemas.openxmlformats.org/officeDocument/2006/relationships/tags" Target="../tags/tag65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58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2.xml"/><Relationship Id="rId5" Type="http://schemas.openxmlformats.org/officeDocument/2006/relationships/tags" Target="../tags/tag661.xml"/><Relationship Id="rId4" Type="http://schemas.openxmlformats.org/officeDocument/2006/relationships/image" Target="../media/image2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6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7" Type="http://schemas.openxmlformats.org/officeDocument/2006/relationships/tags" Target="../tags/tag66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6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7" Type="http://schemas.openxmlformats.org/officeDocument/2006/relationships/tags" Target="../tags/tag66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1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6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7" Type="http://schemas.openxmlformats.org/officeDocument/2006/relationships/tags" Target="../tags/tag66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6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7" Type="http://schemas.openxmlformats.org/officeDocument/2006/relationships/tags" Target="../tags/tag66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68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2.xml"/><Relationship Id="rId5" Type="http://schemas.openxmlformats.org/officeDocument/2006/relationships/tags" Target="../tags/tag671.xml"/><Relationship Id="rId4" Type="http://schemas.openxmlformats.org/officeDocument/2006/relationships/image" Target="../media/image3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7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7" Type="http://schemas.openxmlformats.org/officeDocument/2006/relationships/tags" Target="../tags/tag67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72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2.xml"/><Relationship Id="rId6" Type="http://schemas.openxmlformats.org/officeDocument/2006/relationships/tags" Target="../tags/tag67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74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2.xml"/><Relationship Id="rId6" Type="http://schemas.openxmlformats.org/officeDocument/2006/relationships/tags" Target="../tags/tag67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7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.xml"/><Relationship Id="rId8" Type="http://schemas.openxmlformats.org/officeDocument/2006/relationships/tags" Target="../tags/tag679.xml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78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2.xml"/><Relationship Id="rId6" Type="http://schemas.openxmlformats.org/officeDocument/2006/relationships/tags" Target="../tags/tag68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80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2.xml"/><Relationship Id="rId5" Type="http://schemas.openxmlformats.org/officeDocument/2006/relationships/tags" Target="../tags/tag684.xml"/><Relationship Id="rId4" Type="http://schemas.openxmlformats.org/officeDocument/2006/relationships/tags" Target="../tags/tag68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8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2.xml"/><Relationship Id="rId5" Type="http://schemas.openxmlformats.org/officeDocument/2006/relationships/tags" Target="../tags/tag686.xml"/><Relationship Id="rId4" Type="http://schemas.openxmlformats.org/officeDocument/2006/relationships/image" Target="../media/image50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8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.xml"/><Relationship Id="rId8" Type="http://schemas.openxmlformats.org/officeDocument/2006/relationships/tags" Target="../tags/tag688.xml"/><Relationship Id="rId7" Type="http://schemas.openxmlformats.org/officeDocument/2006/relationships/image" Target="../media/image54.png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87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2.xml"/><Relationship Id="rId6" Type="http://schemas.openxmlformats.org/officeDocument/2006/relationships/tags" Target="../tags/tag690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89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2.xml"/><Relationship Id="rId6" Type="http://schemas.openxmlformats.org/officeDocument/2006/relationships/tags" Target="../tags/tag69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9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7" Type="http://schemas.openxmlformats.org/officeDocument/2006/relationships/tags" Target="../tags/tag694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93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2.xml"/><Relationship Id="rId6" Type="http://schemas.openxmlformats.org/officeDocument/2006/relationships/tags" Target="../tags/tag69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95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2.xml"/><Relationship Id="rId4" Type="http://schemas.openxmlformats.org/officeDocument/2006/relationships/tags" Target="../tags/tag698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69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7" Type="http://schemas.openxmlformats.org/officeDocument/2006/relationships/tags" Target="../tags/tag704.xml"/><Relationship Id="rId6" Type="http://schemas.openxmlformats.org/officeDocument/2006/relationships/tags" Target="../tags/tag703.xml"/><Relationship Id="rId5" Type="http://schemas.openxmlformats.org/officeDocument/2006/relationships/tags" Target="../tags/tag702.xml"/><Relationship Id="rId4" Type="http://schemas.openxmlformats.org/officeDocument/2006/relationships/tags" Target="../tags/tag701.xml"/><Relationship Id="rId3" Type="http://schemas.openxmlformats.org/officeDocument/2006/relationships/image" Target="../media/image1.png"/><Relationship Id="rId2" Type="http://schemas.openxmlformats.org/officeDocument/2006/relationships/tags" Target="../tags/tag700.xml"/><Relationship Id="rId1" Type="http://schemas.openxmlformats.org/officeDocument/2006/relationships/tags" Target="../tags/tag6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-13970" y="1840230"/>
            <a:ext cx="12201525" cy="2215155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校徽+南京师范大学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33231" b="38380"/>
          <a:stretch>
            <a:fillRect/>
          </a:stretch>
        </p:blipFill>
        <p:spPr>
          <a:xfrm>
            <a:off x="4001135" y="743585"/>
            <a:ext cx="4171950" cy="83756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86435" y="2106930"/>
            <a:ext cx="10962640" cy="1322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What you hear shapes how you think:</a:t>
            </a:r>
            <a:endParaRPr lang="en-US" altLang="zh-CN" sz="3200" b="1">
              <a:solidFill>
                <a:schemeClr val="bg1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altLang="zh-CN" sz="32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 Sound patterns change level of construal</a:t>
            </a:r>
            <a:endParaRPr lang="en-US" altLang="zh-CN" sz="3200" b="1">
              <a:solidFill>
                <a:schemeClr val="bg1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4617085" y="5558155"/>
            <a:ext cx="29394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宋体" panose="02010600030101010101" pitchFamily="2" charset="-122"/>
              </a:rPr>
              <a:t>2026.6.18</a:t>
            </a:r>
            <a:endParaRPr lang="en-US" altLang="en-US" sz="16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47970" y="5108575"/>
            <a:ext cx="1802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汇报人：许阳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51940" y="4123690"/>
            <a:ext cx="9560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Hansen, J., &amp; Melzner, J. (2014). What you hear shapes how you think: Sound patterns change level of construal. </a:t>
            </a:r>
            <a:r>
              <a:rPr lang="en-US" altLang="zh-CN" sz="16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Journal of Experimental Social Psychology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, </a:t>
            </a:r>
            <a:r>
              <a:rPr lang="en-US" altLang="zh-CN" sz="1600" i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54</a:t>
            </a:r>
            <a:r>
              <a:rPr lang="en-US" altLang="zh-CN" sz="1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, 131–138.</a:t>
            </a:r>
            <a:endParaRPr lang="en-US" altLang="zh-CN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97250" y="3339465"/>
            <a:ext cx="5807075" cy="46037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所听即所想：声音模式如何改变</a:t>
            </a:r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建构水平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5650" y="1485900"/>
            <a:ext cx="1190625" cy="2857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16585" y="14433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研究</a:t>
            </a:r>
            <a:r>
              <a:rPr lang="zh-CN" altLang="en-US"/>
              <a:t>复现：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引言</a:t>
            </a:r>
            <a:endParaRPr lang="zh-CN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654175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8221980" y="3843655"/>
            <a:ext cx="3309620" cy="5835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开放数据</a:t>
            </a:r>
            <a:r>
              <a:rPr lang="en-US" altLang="zh-CN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https://osf.io/5q9sk/files/osfstorage</a:t>
            </a:r>
            <a:endParaRPr lang="en-US" altLang="zh-CN" sz="16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455" y="704850"/>
            <a:ext cx="5186045" cy="29184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" y="704850"/>
            <a:ext cx="7548880" cy="475932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381375" y="5598795"/>
            <a:ext cx="2309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包含一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项实验研究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97240" y="4716780"/>
            <a:ext cx="31343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①实验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声音文件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②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sav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格式的原始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2395" y="1001395"/>
            <a:ext cx="77000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/>
            <a:r>
              <a:rPr lang="zh-CN" altLang="en-US" sz="2400">
                <a:latin typeface="黑体" panose="02010609060101010101" charset="-122"/>
                <a:ea typeface="黑体" panose="02010609060101010101" charset="-122"/>
                <a:sym typeface="+mn-ea"/>
              </a:rPr>
              <a:t>音乐只是改变情绪吗？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引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言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7955" y="4502785"/>
            <a:ext cx="5068570" cy="46037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分类？整体思考？聚合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信息？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94835" y="4963160"/>
            <a:ext cx="3239135" cy="419100"/>
          </a:xfrm>
          <a:prstGeom prst="rect">
            <a:avLst/>
          </a:prstGeom>
        </p:spPr>
        <p:txBody>
          <a:bodyPr wrap="square">
            <a:noAutofit/>
          </a:bodyPr>
          <a:p>
            <a:endParaRPr lang="zh-CN" altLang="en-US" sz="240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音乐能否改变思维的结构？</a:t>
            </a:r>
            <a:endParaRPr lang="zh-CN" altLang="en-US" sz="20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230" y="2260600"/>
            <a:ext cx="2994025" cy="200088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515" y="2241550"/>
            <a:ext cx="3023870" cy="201993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390" y="2260600"/>
            <a:ext cx="3221990" cy="200088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394835" y="1511935"/>
            <a:ext cx="32226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音乐 → 情绪、记忆</a:t>
            </a:r>
            <a:endParaRPr lang="zh-CN" altLang="en-US" sz="24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1000" y="918210"/>
            <a:ext cx="4596130" cy="565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auto">
              <a:buClrTx/>
              <a:buSzTx/>
              <a:buFontTx/>
            </a:pPr>
            <a:r>
              <a:rPr lang="zh-CN" altLang="en-US" sz="28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建构水平理论（CLT）</a:t>
            </a:r>
            <a:endParaRPr lang="zh-CN" altLang="en-US" sz="28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 fontAlgn="auto">
              <a:buClrTx/>
              <a:buSzTx/>
              <a:buFontTx/>
            </a:pPr>
            <a:endParaRPr lang="zh-CN" altLang="en-US" sz="28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fontAlgn="auto"/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457200" fontAlgn="auto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理论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背景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40965" y="2336165"/>
            <a:ext cx="261874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远处 → 看森林（整体）</a:t>
            </a:r>
            <a:endParaRPr lang="zh-CN" altLang="en-US" b="0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6120" y="1725930"/>
            <a:ext cx="96697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/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  <a:sym typeface="+mn-ea"/>
              </a:rPr>
              <a:t>心理距离越远，思维越抽象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55290" y="5460365"/>
            <a:ext cx="170751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1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“抽象</a:t>
            </a:r>
            <a:r>
              <a:rPr lang="en-US" altLang="zh-CN" b="1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/</a:t>
            </a:r>
            <a:r>
              <a:rPr lang="zh-CN" altLang="en-US" b="1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整体</a:t>
            </a:r>
            <a:r>
              <a:rPr lang="zh-CN" altLang="en-US" sz="1600" b="1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endParaRPr lang="zh-CN" altLang="en-US" sz="1600" b="1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3175" y="5477510"/>
            <a:ext cx="144462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1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“具体</a:t>
            </a:r>
            <a:r>
              <a:rPr lang="en-US" altLang="zh-CN" b="1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/</a:t>
            </a:r>
            <a:r>
              <a:rPr lang="zh-CN" altLang="en-US" b="1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局部”</a:t>
            </a:r>
            <a:endParaRPr lang="zh-CN" altLang="en-US" b="1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410" y="2797175"/>
            <a:ext cx="3763645" cy="25336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795" y="2788920"/>
            <a:ext cx="2698750" cy="253047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095490" y="2317115"/>
            <a:ext cx="28073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近处 → 看树木（局部）</a:t>
            </a:r>
            <a:endParaRPr lang="zh-CN" altLang="en-US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60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理论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背景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71115" y="3689350"/>
            <a:ext cx="979551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如果声音参数模仿距离/抽象性</a:t>
            </a:r>
            <a:r>
              <a:rPr lang="en-US" altLang="zh-CN" sz="1600" i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(Abstract sound)</a:t>
            </a:r>
            <a:r>
              <a:rPr lang="zh-CN" altLang="en-US" sz="1600" i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，就能触发抽象建构。</a:t>
            </a:r>
            <a:endParaRPr lang="zh-CN" altLang="en-US" sz="1600" i="0">
              <a:solidFill>
                <a:srgbClr val="00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反之具体声音</a:t>
            </a:r>
            <a:r>
              <a:rPr lang="en-US" altLang="zh-CN" sz="1600" i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(Concrete sound)</a:t>
            </a:r>
            <a:r>
              <a:rPr lang="zh-CN" altLang="en-US" sz="1600" i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触发具体建构。</a:t>
            </a:r>
            <a:endParaRPr lang="zh-CN" altLang="en-US" sz="1600" i="0">
              <a:solidFill>
                <a:srgbClr val="00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8750" y="835660"/>
            <a:ext cx="57645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>
              <a:buClrTx/>
              <a:buSzTx/>
              <a:buNone/>
            </a:pPr>
            <a:r>
              <a:rPr lang="zh-CN" altLang="en-US" sz="28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声音能跨模态改变</a:t>
            </a:r>
            <a:r>
              <a:rPr lang="zh-CN" altLang="en-US" sz="28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建构水平</a:t>
            </a:r>
            <a:endParaRPr lang="zh-CN" altLang="en-US" sz="28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70960" y="2856865"/>
            <a:ext cx="45078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听觉中的“距离”线索 → 抽象思维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5923280" y="2282190"/>
            <a:ext cx="9525" cy="482600"/>
          </a:xfrm>
          <a:prstGeom prst="straightConnector1">
            <a:avLst/>
          </a:prstGeom>
          <a:ln w="38100" cmpd="sng">
            <a:solidFill>
              <a:schemeClr val="accent3">
                <a:lumMod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138680" y="1622425"/>
            <a:ext cx="7684135" cy="52197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抽象与具体建构模式可以通过程序性启动实现</a:t>
            </a:r>
            <a:r>
              <a:rPr lang="zh-CN" altLang="en-US" sz="12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（</a:t>
            </a:r>
            <a:r>
              <a:rPr lang="en-US" altLang="zh-CN" sz="12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Forster, 2011; Forster </a:t>
            </a:r>
            <a:r>
              <a:rPr lang="zh-CN" altLang="en-US" sz="12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等</a:t>
            </a:r>
            <a:r>
              <a:rPr lang="en-US" altLang="zh-CN" sz="12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, 2008; Freitas </a:t>
            </a:r>
            <a:r>
              <a:rPr lang="zh-CN" altLang="en-US" sz="12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等</a:t>
            </a:r>
            <a:r>
              <a:rPr lang="en-US" altLang="zh-CN" sz="12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, 2004; Fujita </a:t>
            </a:r>
            <a:r>
              <a:rPr lang="zh-CN" altLang="en-US" sz="12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等</a:t>
            </a:r>
            <a:r>
              <a:rPr lang="en-US" altLang="zh-CN" sz="12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, 2006; Hansen </a:t>
            </a:r>
            <a:r>
              <a:rPr lang="zh-CN" altLang="en-US" sz="12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等</a:t>
            </a:r>
            <a:r>
              <a:rPr lang="en-US" altLang="zh-CN" sz="12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, 2013; Hansen &amp; Wanke, 2010; Wakslak &amp; Trope, 2009</a:t>
            </a:r>
            <a:r>
              <a:rPr lang="zh-CN" altLang="en-US" sz="12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）</a:t>
            </a:r>
            <a:endParaRPr lang="zh-CN" altLang="en-US" sz="12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40305" y="5337175"/>
            <a:ext cx="133731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“近</a:t>
            </a:r>
            <a:r>
              <a:rPr lang="en-US" altLang="zh-CN" sz="16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6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具体”</a:t>
            </a:r>
            <a:endParaRPr lang="zh-CN" altLang="en-US" sz="1600" b="0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178165" y="5283835"/>
            <a:ext cx="117411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“远</a:t>
            </a:r>
            <a:r>
              <a:rPr lang="en-US" altLang="zh-CN" sz="16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6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抽象”</a:t>
            </a:r>
            <a:endParaRPr lang="zh-CN" altLang="en-US" sz="1600" b="0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3610610" y="5149215"/>
            <a:ext cx="4768215" cy="1968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笑脸 11"/>
          <p:cNvSpPr/>
          <p:nvPr/>
        </p:nvSpPr>
        <p:spPr>
          <a:xfrm>
            <a:off x="4050665" y="4754880"/>
            <a:ext cx="410845" cy="393065"/>
          </a:xfrm>
          <a:prstGeom prst="smileyF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2644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研究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假设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3135" y="1287145"/>
            <a:ext cx="10038715" cy="1148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与距离和抽象性相关的听觉线索（混响</a:t>
            </a:r>
            <a:r>
              <a:rPr lang="en-US" altLang="zh-CN" sz="20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Reverberation</a:t>
            </a:r>
            <a:r>
              <a:rPr lang="zh-CN" altLang="en-US" sz="20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、新颖和声</a:t>
            </a:r>
            <a:r>
              <a:rPr lang="en-US" altLang="zh-CN" sz="20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Novelty</a:t>
            </a:r>
            <a:r>
              <a:rPr lang="zh-CN" altLang="en-US" sz="20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、低切分</a:t>
            </a:r>
            <a:r>
              <a:rPr lang="en-US" altLang="zh-CN" sz="20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Segmentation</a:t>
            </a:r>
            <a:r>
              <a:rPr lang="zh-CN" altLang="en-US" sz="20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）会引发更高水平（更抽象）的心理建构；</a:t>
            </a:r>
            <a:endParaRPr lang="zh-CN" altLang="en-US" sz="20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endParaRPr lang="zh-CN" altLang="en-US" sz="20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r>
              <a:rPr lang="zh-CN" altLang="en-US" sz="20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而与接近性和具体性相关的听觉线索（无混响、熟悉和声、高切分）会引发更低水平（更具体）的心理建构。</a:t>
            </a:r>
            <a:endParaRPr lang="zh-CN" altLang="en-US" sz="20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953135" y="3429000"/>
          <a:ext cx="9987915" cy="2190750"/>
        </p:xfrm>
        <a:graphic>
          <a:graphicData uri="http://schemas.openxmlformats.org/drawingml/2006/table">
            <a:tbl>
              <a:tblPr/>
              <a:tblGrid>
                <a:gridCol w="2386965"/>
                <a:gridCol w="1729740"/>
                <a:gridCol w="2167255"/>
                <a:gridCol w="3703955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声音条件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抽象线索数量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预测建构水平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预测结果模式</a:t>
                      </a:r>
                      <a:endParaRPr lang="zh-CN" altLang="en-US" sz="18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抽象声音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3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最高（最抽象）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类别最少、整体选择最多、最依赖聚合信息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单一线索条件</a:t>
                      </a: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中等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介于两者之间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具体声音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最低（最具体）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类别最多、整体选择最少、最依赖个体信息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3043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研究设计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654175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3824605" y="6101080"/>
            <a:ext cx="3185795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914400" fontAlgn="auto">
              <a:buClrTx/>
              <a:buSzTx/>
              <a:buFontTx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操纵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声音（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心理距离与抽象性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3535" y="706120"/>
            <a:ext cx="22301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ym typeface="+mn-ea"/>
              </a:rPr>
              <a:t>自变量操纵</a:t>
            </a:r>
            <a:endParaRPr lang="zh-CN" altLang="en-US" sz="2800" b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23350" y="2994660"/>
            <a:ext cx="33070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auto">
              <a:buClrTx/>
              <a:buSzTx/>
              <a:buFontTx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① 混响（空间距离）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auto">
              <a:buClrTx/>
              <a:buSzTx/>
              <a:buFontTx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② 新颖和声（概率距离）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 fontAlgn="auto">
              <a:buClrTx/>
              <a:buSzTx/>
              <a:buFontTx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③ 节拍切分（整体 vs 细节）</a:t>
            </a:r>
            <a:endParaRPr lang="zh-CN" altLang="en-US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" y="1229360"/>
            <a:ext cx="8496300" cy="490791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9233535" y="4663440"/>
            <a:ext cx="195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</a:t>
            </a:r>
            <a:r>
              <a:rPr lang="zh-CN" altLang="en-US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条件被试间设计</a:t>
            </a:r>
            <a:endParaRPr lang="zh-CN" altLang="en-US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58605" y="1955800"/>
            <a:ext cx="1494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心理学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声学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7050" y="2066290"/>
            <a:ext cx="4519930" cy="417830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27050" y="4873625"/>
            <a:ext cx="4519930" cy="417830"/>
          </a:xfrm>
          <a:prstGeom prst="rect">
            <a:avLst/>
          </a:prstGeom>
          <a:ln w="28575" cmpd="sng">
            <a:solidFill>
              <a:srgbClr val="00B0F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27050" y="2781935"/>
            <a:ext cx="1066165" cy="1793875"/>
          </a:xfrm>
          <a:prstGeom prst="rect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研究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方法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3305" y="607695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3712845" y="1348740"/>
            <a:ext cx="29571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 defTabSz="266700" fontAlgn="auto"/>
            <a:r>
              <a:rPr lang="zh-CN" altLang="en-US" sz="1600" b="1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分类任务：</a:t>
            </a:r>
            <a:endParaRPr lang="zh-CN" altLang="en-US" sz="1600" b="1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457200" algn="l" defTabSz="266700" fontAlgn="auto"/>
            <a:r>
              <a:rPr lang="zh-CN" altLang="en-US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给 32 个物品，自由分组。</a:t>
            </a:r>
            <a:endParaRPr lang="zh-CN" altLang="en-US" sz="16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indent="457200" algn="l" defTabSz="266700" fontAlgn="auto"/>
            <a:r>
              <a:rPr lang="zh-CN" altLang="en-US" sz="16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分组越少 → 思维越抽象</a:t>
            </a:r>
            <a:endParaRPr lang="zh-CN" altLang="en-US" sz="16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38295" y="2858135"/>
            <a:ext cx="323659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1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图形匹配任务：</a:t>
            </a:r>
            <a:endParaRPr lang="zh-CN" altLang="en-US" sz="1600" b="1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/>
            <a:r>
              <a:rPr lang="zh-CN" altLang="en-US" sz="16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选择整体形状还是局部小形状？</a:t>
            </a:r>
            <a:endParaRPr lang="zh-CN" altLang="en-US" sz="1600" b="0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/>
            <a:r>
              <a:rPr lang="zh-CN" altLang="en-US" sz="16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整体选择多 → 抽象</a:t>
            </a:r>
            <a:endParaRPr lang="zh-CN" altLang="en-US" sz="1600" b="0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11040" y="4310380"/>
            <a:ext cx="1647825" cy="39243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sz="1600" b="1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购物决策任务：</a:t>
            </a:r>
            <a:endParaRPr lang="zh-CN" altLang="en-US" sz="1600" b="1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7995" y="2136775"/>
            <a:ext cx="34036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购物情景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音乐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启动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008870" y="2921635"/>
            <a:ext cx="13849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情绪控制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操纵检验</a:t>
            </a:r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endParaRPr lang="en-US" altLang="zh-CN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人口学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265" y="2520315"/>
            <a:ext cx="1842770" cy="12236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63365" y="4046220"/>
            <a:ext cx="317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5*2(</a:t>
            </a:r>
            <a:r>
              <a:rPr lang="zh-CN" altLang="en-US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信息类型</a:t>
            </a:r>
            <a:r>
              <a:rPr lang="en-US" altLang="zh-CN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lang="zh-CN" altLang="en-US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混合实验设计</a:t>
            </a:r>
            <a:endParaRPr lang="zh-CN" altLang="en-US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03680" y="1440815"/>
            <a:ext cx="1972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①类别广度</a:t>
            </a:r>
            <a:r>
              <a:rPr lang="en-US" altLang="zh-CN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category breadth</a:t>
            </a:r>
            <a:endParaRPr lang="en-US" altLang="zh-CN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03680" y="2822575"/>
            <a:ext cx="25603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②局部与整体</a:t>
            </a:r>
            <a:r>
              <a:rPr lang="zh-CN" altLang="en-US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视觉偏好</a:t>
            </a:r>
            <a:endParaRPr lang="zh-CN" altLang="en-US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local versus global processing</a:t>
            </a:r>
            <a:endParaRPr lang="en-US" altLang="zh-CN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74775" y="4585970"/>
            <a:ext cx="29787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③聚合与单一</a:t>
            </a:r>
            <a:r>
              <a:rPr lang="zh-CN" altLang="en-US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信息权重</a:t>
            </a:r>
            <a:endParaRPr lang="zh-CN" altLang="en-US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weighting of average versus single evaluative information</a:t>
            </a:r>
            <a:endParaRPr lang="en-US" altLang="zh-CN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989570" y="4721225"/>
            <a:ext cx="33940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产品评分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+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支付意愿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+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选择意愿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040" y="4716780"/>
            <a:ext cx="1084580" cy="95694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635" y="771525"/>
            <a:ext cx="1773555" cy="146431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515" y="4706620"/>
            <a:ext cx="1085215" cy="957580"/>
          </a:xfrm>
          <a:prstGeom prst="rect">
            <a:avLst/>
          </a:prstGeom>
        </p:spPr>
      </p:pic>
      <p:cxnSp>
        <p:nvCxnSpPr>
          <p:cNvPr id="23" name="直接箭头连接符 22"/>
          <p:cNvCxnSpPr>
            <a:endCxn id="7" idx="1"/>
          </p:cNvCxnSpPr>
          <p:nvPr/>
        </p:nvCxnSpPr>
        <p:spPr>
          <a:xfrm flipV="1">
            <a:off x="1071880" y="1763395"/>
            <a:ext cx="431800" cy="37211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9" idx="1"/>
          </p:cNvCxnSpPr>
          <p:nvPr/>
        </p:nvCxnSpPr>
        <p:spPr>
          <a:xfrm>
            <a:off x="969010" y="3267075"/>
            <a:ext cx="534670" cy="1651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18" idx="1"/>
          </p:cNvCxnSpPr>
          <p:nvPr/>
        </p:nvCxnSpPr>
        <p:spPr>
          <a:xfrm>
            <a:off x="1003935" y="4787900"/>
            <a:ext cx="370840" cy="397510"/>
          </a:xfrm>
          <a:prstGeom prst="straightConnector1">
            <a:avLst/>
          </a:prstGeom>
          <a:ln w="28575" cmpd="sng">
            <a:solidFill>
              <a:schemeClr val="tx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158865" y="5790565"/>
            <a:ext cx="1977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200+ 2.5</a:t>
            </a:r>
            <a:r>
              <a:rPr lang="zh-CN" altLang="en-US" sz="14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⭐差评</a:t>
            </a:r>
            <a:endParaRPr lang="zh-CN" altLang="en-US" sz="14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r>
              <a:rPr lang="en-US" altLang="zh-CN" sz="14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but one 4.5</a:t>
            </a:r>
            <a:r>
              <a:rPr lang="zh-CN" altLang="en-US" sz="14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⭐好评</a:t>
            </a:r>
            <a:endParaRPr lang="zh-CN" altLang="en-US" sz="14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270375" y="5790565"/>
            <a:ext cx="1977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200+ 4.5</a:t>
            </a:r>
            <a:r>
              <a:rPr lang="zh-CN" altLang="en-US" sz="14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⭐好评</a:t>
            </a:r>
            <a:endParaRPr lang="zh-CN" altLang="en-US" sz="14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r>
              <a:rPr lang="en-US" altLang="zh-CN" sz="14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but one 2.5</a:t>
            </a:r>
            <a:r>
              <a:rPr lang="zh-CN" altLang="en-US" sz="140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⭐差评</a:t>
            </a:r>
            <a:endParaRPr lang="zh-CN" altLang="en-US" sz="140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8" name="右大括号 27"/>
          <p:cNvSpPr/>
          <p:nvPr/>
        </p:nvSpPr>
        <p:spPr>
          <a:xfrm>
            <a:off x="9264015" y="1216025"/>
            <a:ext cx="697230" cy="431355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1043305" y="4024630"/>
            <a:ext cx="8495030" cy="40005"/>
          </a:xfrm>
          <a:prstGeom prst="line">
            <a:avLst/>
          </a:prstGeom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997960" y="982345"/>
            <a:ext cx="27368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</a:t>
            </a:r>
            <a:r>
              <a:rPr lang="zh-CN" altLang="en-US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条件被试间设计</a:t>
            </a:r>
            <a:endParaRPr lang="zh-CN" altLang="en-US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研究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结果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654175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631190" y="1270000"/>
            <a:ext cx="5080000" cy="424624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数据预处理（</a:t>
            </a:r>
            <a:r>
              <a:rPr lang="en-US" altLang="zh-CN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</a:t>
            </a: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实现）：</a:t>
            </a:r>
            <a:endParaRPr lang="zh-CN" altLang="en-US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原始100人，依据原研究 </a:t>
            </a:r>
            <a:r>
              <a:rPr lang="en-US" altLang="zh-CN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filter=1 </a:t>
            </a: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及排除支付意愿异常值666，保留有效样本 </a:t>
            </a:r>
            <a:r>
              <a:rPr lang="en-US" altLang="zh-CN" b="1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N=95</a:t>
            </a:r>
            <a:r>
              <a:rPr lang="en-US" altLang="zh-CN" sz="1600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（69</a:t>
            </a:r>
            <a:r>
              <a:rPr lang="zh-CN" altLang="en-US" sz="1600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女，26男，</a:t>
            </a:r>
            <a:r>
              <a:rPr lang="en-US" altLang="zh-CN" sz="1600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M_age=22.47）</a:t>
            </a:r>
            <a:r>
              <a:rPr lang="en-US" altLang="zh-CN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。</a:t>
            </a:r>
            <a:endParaRPr lang="en-US" altLang="zh-CN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变量类型定义：</a:t>
            </a:r>
            <a:r>
              <a:rPr lang="en-US" altLang="zh-CN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condition（5</a:t>
            </a: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水平称名变量：具体、混响、</a:t>
            </a:r>
            <a:r>
              <a:rPr lang="en-US" altLang="zh-CN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C-F#、</a:t>
            </a: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无切分、抽象）；因变量均为连续变量。</a:t>
            </a:r>
            <a:endParaRPr lang="zh-CN" altLang="en-US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缺失值处理：剔除 </a:t>
            </a:r>
            <a:r>
              <a:rPr lang="en-US" altLang="zh-CN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n_categories、kimchi_sum、toaster45_mean、toaster25_mean </a:t>
            </a: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任一缺失的个案。</a:t>
            </a:r>
            <a:endParaRPr lang="zh-CN" altLang="en-US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长格式转换：用于混合设计</a:t>
            </a:r>
            <a:r>
              <a:rPr lang="en-US" altLang="zh-CN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ANOVA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。</a:t>
            </a:r>
            <a:endParaRPr lang="en-US" altLang="zh-CN" sz="16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939800"/>
            <a:ext cx="1581150" cy="352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1190" y="1527175"/>
            <a:ext cx="6099810" cy="347853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研究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结果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654175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711200"/>
            <a:ext cx="6329045" cy="10896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65" y="1557655"/>
            <a:ext cx="4352925" cy="3333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8575" y="711200"/>
            <a:ext cx="3931920" cy="60210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34540" y="5151755"/>
            <a:ext cx="2422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生成结果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355590" y="5182235"/>
            <a:ext cx="2174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保存的可运行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文件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7529830" y="2084705"/>
            <a:ext cx="4050665" cy="1333500"/>
          </a:xfrm>
          <a:prstGeom prst="roundRect">
            <a:avLst/>
          </a:prstGeom>
          <a:ln w="28575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下弧形箭头 12"/>
          <p:cNvSpPr/>
          <p:nvPr/>
        </p:nvSpPr>
        <p:spPr>
          <a:xfrm>
            <a:off x="3294380" y="5550535"/>
            <a:ext cx="2383790" cy="554990"/>
          </a:xfrm>
          <a:prstGeom prst="curvedUpArrow">
            <a:avLst/>
          </a:prstGeom>
          <a:solidFill>
            <a:schemeClr val="accent3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燕尾形箭头 14"/>
          <p:cNvSpPr/>
          <p:nvPr/>
        </p:nvSpPr>
        <p:spPr>
          <a:xfrm>
            <a:off x="5964555" y="2971800"/>
            <a:ext cx="909320" cy="505460"/>
          </a:xfrm>
          <a:prstGeom prst="notchedRightArrow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研究结果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：类别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广度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145" y="3756025"/>
            <a:ext cx="8056880" cy="293497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340" y="797560"/>
            <a:ext cx="3592830" cy="2631440"/>
          </a:xfrm>
          <a:prstGeom prst="rect">
            <a:avLst/>
          </a:prstGeom>
        </p:spPr>
      </p:pic>
      <p:pic>
        <p:nvPicPr>
          <p:cNvPr id="14" name="图片 13" descr="Fig1_category_breadt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845" y="870585"/>
            <a:ext cx="3834765" cy="255714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900805" y="4942840"/>
            <a:ext cx="6187440" cy="625475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代码＆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AI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使用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155" y="1111885"/>
            <a:ext cx="8927465" cy="50857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820" y="1178560"/>
            <a:ext cx="5567680" cy="14973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863455" y="5017770"/>
            <a:ext cx="7207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5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学！</a:t>
            </a:r>
            <a:endParaRPr lang="zh-CN" altLang="en-US" sz="2400">
              <a:solidFill>
                <a:schemeClr val="accent5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类别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广度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3610" y="762000"/>
            <a:ext cx="7410450" cy="2667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340" y="3768090"/>
            <a:ext cx="3592830" cy="2631440"/>
          </a:xfrm>
          <a:prstGeom prst="rect">
            <a:avLst/>
          </a:prstGeom>
        </p:spPr>
      </p:pic>
      <p:pic>
        <p:nvPicPr>
          <p:cNvPr id="14" name="图片 13" descr="Fig1_category_breadt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3775" y="3900170"/>
            <a:ext cx="3742055" cy="24949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867275" y="348519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1" i="0">
                <a:solidFill>
                  <a:schemeClr val="accent3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抽象声音组类别更少</a:t>
            </a:r>
            <a:endParaRPr lang="zh-CN" altLang="en-US" sz="1600" b="1" i="0">
              <a:solidFill>
                <a:schemeClr val="accent3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60995" y="1899920"/>
            <a:ext cx="1306830" cy="934085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代码＆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使用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430" y="769620"/>
            <a:ext cx="8206740" cy="59042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427210" y="4645025"/>
            <a:ext cx="7207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5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学！</a:t>
            </a:r>
            <a:endParaRPr lang="zh-CN" altLang="en-US" sz="2400">
              <a:solidFill>
                <a:schemeClr val="accent5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研究结果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：视觉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偏好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650" y="856615"/>
            <a:ext cx="3662045" cy="3105150"/>
          </a:xfrm>
          <a:prstGeom prst="rect">
            <a:avLst/>
          </a:prstGeom>
        </p:spPr>
      </p:pic>
      <p:pic>
        <p:nvPicPr>
          <p:cNvPr id="7" name="图片 6" descr="Fig2_global_choic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8665" y="940435"/>
            <a:ext cx="4406265" cy="29381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7105" y="3997325"/>
            <a:ext cx="7829550" cy="27051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818890" y="5151755"/>
            <a:ext cx="6187440" cy="625475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视觉选择</a:t>
            </a:r>
            <a:r>
              <a:rPr 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偏好</a:t>
            </a:r>
            <a:endParaRPr lang="zh-CN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350" y="781050"/>
            <a:ext cx="7820025" cy="2647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2940" y="3580130"/>
            <a:ext cx="3662045" cy="3105150"/>
          </a:xfrm>
          <a:prstGeom prst="rect">
            <a:avLst/>
          </a:prstGeom>
        </p:spPr>
      </p:pic>
      <p:pic>
        <p:nvPicPr>
          <p:cNvPr id="9" name="图片 8" descr="Fig2_global_choic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650" y="3580130"/>
            <a:ext cx="4478020" cy="29864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97095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1" i="0">
                <a:solidFill>
                  <a:schemeClr val="accent3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抽象声音组整体选择更多</a:t>
            </a:r>
            <a:endParaRPr lang="zh-CN" altLang="en-US" sz="1600" b="1" i="0">
              <a:solidFill>
                <a:schemeClr val="accent3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55330" y="1899920"/>
            <a:ext cx="1206500" cy="934085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研究结果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：信息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权重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" y="3429000"/>
            <a:ext cx="10961370" cy="29394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3490" y="808990"/>
            <a:ext cx="3151505" cy="2516505"/>
          </a:xfrm>
          <a:prstGeom prst="rect">
            <a:avLst/>
          </a:prstGeom>
        </p:spPr>
      </p:pic>
      <p:pic>
        <p:nvPicPr>
          <p:cNvPr id="7" name="图片 6" descr="Fig3_evaluation_interac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3445" y="787400"/>
            <a:ext cx="3634740" cy="242379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产品</a:t>
            </a:r>
            <a:r>
              <a:rPr 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评价</a:t>
            </a:r>
            <a:endParaRPr lang="zh-CN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180" y="3881755"/>
            <a:ext cx="7392035" cy="27311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7525" y="728980"/>
            <a:ext cx="4012565" cy="3203575"/>
          </a:xfrm>
          <a:prstGeom prst="rect">
            <a:avLst/>
          </a:prstGeom>
        </p:spPr>
      </p:pic>
      <p:pic>
        <p:nvPicPr>
          <p:cNvPr id="7" name="图片 6" descr="Fig3_evaluation_interac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7250" y="739140"/>
            <a:ext cx="4568190" cy="30460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747260" y="5908675"/>
            <a:ext cx="4273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olidFill>
                  <a:srgbClr val="FF0000"/>
                </a:solidFill>
              </a:rPr>
              <a:t>？</a:t>
            </a:r>
            <a:endParaRPr lang="zh-CN" altLang="en-US" sz="480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334885" y="5061585"/>
            <a:ext cx="1206500" cy="1075690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代码＆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AI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使用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885" y="704850"/>
            <a:ext cx="8039100" cy="5581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245600" y="4109085"/>
            <a:ext cx="7207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5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学！</a:t>
            </a:r>
            <a:endParaRPr lang="zh-CN" altLang="en-US" sz="2400">
              <a:solidFill>
                <a:schemeClr val="accent5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支付</a:t>
            </a:r>
            <a:r>
              <a:rPr 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意愿</a:t>
            </a:r>
            <a:endParaRPr lang="zh-CN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815" y="4135120"/>
            <a:ext cx="5333365" cy="25584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105" y="704850"/>
            <a:ext cx="4086225" cy="3295650"/>
          </a:xfrm>
          <a:prstGeom prst="rect">
            <a:avLst/>
          </a:prstGeom>
        </p:spPr>
      </p:pic>
      <p:pic>
        <p:nvPicPr>
          <p:cNvPr id="7" name="图片 6" descr="Fig4_wtp_interac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704850"/>
            <a:ext cx="4942205" cy="32956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391275" y="5253355"/>
            <a:ext cx="1054735" cy="995680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选择意愿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%</a:t>
            </a:r>
            <a:endParaRPr lang="en-US" altLang="zh-CN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3" name="图片 2" descr="Fig5_choice_propor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95" y="1293495"/>
            <a:ext cx="5669915" cy="37801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063115"/>
            <a:ext cx="4543425" cy="251015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984105" y="2924175"/>
            <a:ext cx="1206500" cy="1075690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101340" y="5326380"/>
            <a:ext cx="704913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0" i="0">
                <a:solidFill>
                  <a:schemeClr val="accent3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抽象声音组更偏好</a:t>
            </a:r>
            <a:r>
              <a:rPr lang="en-US" altLang="zh-CN" b="0" i="0">
                <a:solidFill>
                  <a:schemeClr val="accent3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4.5</a:t>
            </a:r>
            <a:r>
              <a:rPr lang="zh-CN" altLang="en-US" b="0" i="0">
                <a:solidFill>
                  <a:schemeClr val="accent3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星烤面包机；具体声音组更偏好</a:t>
            </a:r>
            <a:r>
              <a:rPr lang="en-US" altLang="zh-CN" b="0" i="0">
                <a:solidFill>
                  <a:schemeClr val="accent3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2.5</a:t>
            </a:r>
            <a:r>
              <a:rPr lang="zh-CN" altLang="en-US" b="0" i="0">
                <a:solidFill>
                  <a:schemeClr val="accent3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星烤面包机</a:t>
            </a:r>
            <a:endParaRPr lang="zh-CN" altLang="en-US" b="0" i="0">
              <a:solidFill>
                <a:schemeClr val="accent3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结果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检验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" y="704850"/>
            <a:ext cx="10856595" cy="24650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955" y="3304540"/>
            <a:ext cx="8220075" cy="20478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17850" y="5431790"/>
            <a:ext cx="589661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</a:rPr>
              <a:t>类别广度、视觉偏好、信息权重两两不相关（相关</a:t>
            </a:r>
            <a:r>
              <a:rPr lang="zh-CN" altLang="en-US" sz="16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</a:rPr>
              <a:t>结果不显著）</a:t>
            </a:r>
            <a:endParaRPr lang="zh-CN" altLang="en-US" sz="1600" b="0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基于原文数据的贝叶斯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统计分析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165" y="4730750"/>
            <a:ext cx="7914640" cy="1631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175" y="805180"/>
            <a:ext cx="3556635" cy="36906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395" y="1517015"/>
            <a:ext cx="3010535" cy="27673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" y="1304925"/>
            <a:ext cx="4902200" cy="319087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一致性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报告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178560"/>
            <a:ext cx="4953000" cy="3409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390" y="1178560"/>
            <a:ext cx="5692140" cy="50990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讨论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graphicFrame>
        <p:nvGraphicFramePr>
          <p:cNvPr id="2" name="表格 1"/>
          <p:cNvGraphicFramePr/>
          <p:nvPr>
            <p:custDataLst>
              <p:tags r:id="rId4"/>
            </p:custDataLst>
          </p:nvPr>
        </p:nvGraphicFramePr>
        <p:xfrm>
          <a:off x="1766570" y="1060450"/>
          <a:ext cx="8659495" cy="2162175"/>
        </p:xfrm>
        <a:graphic>
          <a:graphicData uri="http://schemas.openxmlformats.org/drawingml/2006/table">
            <a:tbl>
              <a:tblPr/>
              <a:tblGrid>
                <a:gridCol w="2774315"/>
                <a:gridCol w="5885180"/>
              </a:tblGrid>
              <a:tr h="447675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1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可能原因</a:t>
                      </a:r>
                      <a:endParaRPr lang="zh-CN" altLang="en-US" sz="18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1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具体分析</a:t>
                      </a:r>
                      <a:endParaRPr lang="zh-CN" altLang="en-US" sz="1800" b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统计软件差异</a:t>
                      </a:r>
                      <a:endParaRPr lang="zh-CN" alt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原文可能使用</a:t>
                      </a:r>
                      <a:r>
                        <a:rPr lang="en-US" altLang="zh-CN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SPSS</a:t>
                      </a:r>
                      <a:r>
                        <a:rPr lang="zh-CN" altLang="en-US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，使用</a:t>
                      </a:r>
                      <a:r>
                        <a:rPr lang="en-US" altLang="zh-CN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altLang="en-US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，默认校正方法不同</a:t>
                      </a:r>
                      <a:endParaRPr lang="zh-CN" altLang="en-US" sz="1800" b="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球形检验校正</a:t>
                      </a:r>
                      <a:endParaRPr lang="zh-CN" alt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Greenhouse-Geisser vs Huynh-Feldt </a:t>
                      </a:r>
                      <a:r>
                        <a:rPr lang="zh-CN" altLang="en-US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导致</a:t>
                      </a:r>
                      <a:r>
                        <a:rPr lang="en-US" altLang="zh-CN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F</a:t>
                      </a:r>
                      <a:r>
                        <a:rPr lang="zh-CN" altLang="en-US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值差异</a:t>
                      </a:r>
                      <a:endParaRPr lang="zh-CN" altLang="en-US" sz="1800" b="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</a:rPr>
                        <a:t>自由度计算</a:t>
                      </a:r>
                      <a:endParaRPr lang="zh-CN" alt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>
                          <a:latin typeface="Arial" panose="020B0604020202020204" pitchFamily="34" charset="0"/>
                          <a:ea typeface="黑体" panose="02010609060101010101" charset="-122"/>
                        </a:rPr>
                        <a:t>混合设计误差自由度的估计方法存在细微差异</a:t>
                      </a:r>
                      <a:endParaRPr lang="zh-CN" altLang="en-US" sz="1800" b="0">
                        <a:latin typeface="Arial" panose="020B0604020202020204" pitchFamily="34" charset="0"/>
                        <a:ea typeface="黑体" panose="02010609060101010101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p</a:t>
                      </a:r>
                      <a:r>
                        <a:rPr lang="zh-CN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值四舍五入</a:t>
                      </a:r>
                      <a:endParaRPr lang="zh-CN" alt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原文可能将</a:t>
                      </a:r>
                      <a:r>
                        <a:rPr lang="en-US" altLang="zh-CN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0.149</a:t>
                      </a:r>
                      <a:r>
                        <a:rPr lang="zh-CN" altLang="en-US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四舍五入为</a:t>
                      </a:r>
                      <a:r>
                        <a:rPr lang="en-US" altLang="zh-CN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0.05</a:t>
                      </a:r>
                      <a:r>
                        <a:rPr lang="zh-CN" altLang="en-US" sz="1800" b="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？</a:t>
                      </a:r>
                      <a:endParaRPr lang="zh-CN" altLang="en-US" sz="1800" b="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556510" y="3429000"/>
            <a:ext cx="771461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</a:rPr>
              <a:t>核心结论未受影响：评价交互作用和支付意愿交互作用均成功复现</a:t>
            </a:r>
            <a:endParaRPr lang="zh-CN" altLang="en-US" b="0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78125" y="4156710"/>
            <a:ext cx="668591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</a:rPr>
              <a:t>简单的声音参数（混响、和声、节奏）就能改变知觉和决策。</a:t>
            </a:r>
            <a:endParaRPr lang="zh-CN" altLang="en-US" b="0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/>
            <a:r>
              <a:rPr lang="zh-CN" altLang="en-US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</a:rPr>
              <a:t>音乐不只是情绪，还塑造思维</a:t>
            </a:r>
            <a:endParaRPr lang="zh-CN" altLang="en-US" b="0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61565" y="5161280"/>
            <a:ext cx="75812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0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声音线索 </a:t>
            </a:r>
            <a:r>
              <a:rPr lang="en-US" altLang="zh-CN" sz="20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</a:t>
            </a:r>
            <a:r>
              <a:rPr lang="zh-CN" altLang="en-US" sz="20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心理距离</a:t>
            </a:r>
            <a:r>
              <a:rPr lang="en-US" altLang="zh-CN" sz="20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20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抽象性 </a:t>
            </a:r>
            <a:r>
              <a:rPr lang="en-US" altLang="zh-CN" sz="20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</a:t>
            </a:r>
            <a:r>
              <a:rPr lang="zh-CN" altLang="en-US" sz="20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抽象思维 </a:t>
            </a:r>
            <a:r>
              <a:rPr lang="en-US" altLang="zh-CN" sz="20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</a:t>
            </a:r>
            <a:r>
              <a:rPr lang="zh-CN" altLang="en-US" sz="2000" b="0" i="0">
                <a:solidFill>
                  <a:srgbClr val="0F111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影响判断与行为</a:t>
            </a:r>
            <a:endParaRPr lang="zh-CN" altLang="en-US" sz="2000" b="0" i="0">
              <a:solidFill>
                <a:srgbClr val="0F111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AI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与问题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解决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165" y="800100"/>
            <a:ext cx="6983095" cy="53905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大语言模型＆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使用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过程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10" y="966470"/>
            <a:ext cx="4426585" cy="33343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3055" y="960755"/>
            <a:ext cx="5982970" cy="33591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10" y="4409440"/>
            <a:ext cx="6097905" cy="17900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3105" y="2876550"/>
            <a:ext cx="4322445" cy="341185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大语言模型＆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使用过程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654175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5" y="704850"/>
            <a:ext cx="6052820" cy="48050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0980" y="2738755"/>
            <a:ext cx="6205855" cy="3691255"/>
          </a:xfrm>
          <a:prstGeom prst="rect">
            <a:avLst/>
          </a:prstGeom>
        </p:spPr>
      </p:pic>
      <p:sp>
        <p:nvSpPr>
          <p:cNvPr id="2" name="圆角右箭头 1"/>
          <p:cNvSpPr/>
          <p:nvPr/>
        </p:nvSpPr>
        <p:spPr>
          <a:xfrm rot="5400000">
            <a:off x="6650355" y="1591310"/>
            <a:ext cx="1515745" cy="1131570"/>
          </a:xfrm>
          <a:prstGeom prst="bentArrow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大语言模型＆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使用过程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zh-CN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0" y="1000125"/>
            <a:ext cx="5514340" cy="4485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530" y="895350"/>
            <a:ext cx="6024880" cy="457073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大语言模型＆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使用过程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zh-CN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60" y="704850"/>
            <a:ext cx="7568565" cy="30835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535" y="1992630"/>
            <a:ext cx="6922135" cy="37445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3030" y="4166235"/>
            <a:ext cx="3010535" cy="1938020"/>
          </a:xfrm>
          <a:prstGeom prst="rect">
            <a:avLst/>
          </a:prstGeom>
        </p:spPr>
      </p:pic>
      <p:sp>
        <p:nvSpPr>
          <p:cNvPr id="9" name="燕尾形箭头 8"/>
          <p:cNvSpPr/>
          <p:nvPr/>
        </p:nvSpPr>
        <p:spPr>
          <a:xfrm rot="5400000">
            <a:off x="7878445" y="1731645"/>
            <a:ext cx="575945" cy="363855"/>
          </a:xfrm>
          <a:prstGeom prst="notched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燕尾形箭头 11"/>
          <p:cNvSpPr/>
          <p:nvPr/>
        </p:nvSpPr>
        <p:spPr>
          <a:xfrm rot="10800000">
            <a:off x="4046220" y="5081905"/>
            <a:ext cx="575945" cy="363855"/>
          </a:xfrm>
          <a:prstGeom prst="notched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燕尾形箭头 12"/>
          <p:cNvSpPr/>
          <p:nvPr/>
        </p:nvSpPr>
        <p:spPr>
          <a:xfrm rot="5400000">
            <a:off x="3358515" y="3696335"/>
            <a:ext cx="575945" cy="363855"/>
          </a:xfrm>
          <a:prstGeom prst="notched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423910" y="1729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……</a:t>
            </a:r>
            <a:endParaRPr lang="en-US" altLang="zh-CN"/>
          </a:p>
        </p:txBody>
      </p:sp>
    </p:spTree>
    <p:custDataLst>
      <p:tags r:id="rId7"/>
    </p:custData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讨论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80" y="784860"/>
            <a:ext cx="5691505" cy="49409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655" y="784860"/>
            <a:ext cx="5645785" cy="5076825"/>
          </a:xfrm>
          <a:prstGeom prst="rect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8601075" y="3983990"/>
            <a:ext cx="979805" cy="56578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9525" y="6738620"/>
            <a:ext cx="12201525" cy="1193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"/>
          </a:p>
        </p:txBody>
      </p:sp>
      <p:pic>
        <p:nvPicPr>
          <p:cNvPr id="4" name="图片 3" descr="post_object_image_13049235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1" y="0"/>
            <a:ext cx="12220575" cy="704850"/>
          </a:xfrm>
          <a:prstGeom prst="rect">
            <a:avLst/>
          </a:prstGeom>
        </p:spPr>
      </p:pic>
      <p:pic>
        <p:nvPicPr>
          <p:cNvPr id="5" name="图片 4" descr="post_object_image_3693997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24" y="-562420"/>
            <a:ext cx="2771775" cy="1962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26060" y="109855"/>
            <a:ext cx="8059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反思</a:t>
            </a:r>
            <a:endParaRPr lang="zh-CN" altLang="en-US" sz="24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155" y="1399540"/>
            <a:ext cx="10077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  <a:p>
            <a:pPr indent="609600" fontAlgn="auto"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2357120" y="1008380"/>
            <a:ext cx="8105140" cy="205105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本次复现成果</a:t>
            </a: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：</a:t>
            </a:r>
            <a:endParaRPr lang="en-US" altLang="zh-CN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36</a:t>
            </a: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个数值比较中，</a:t>
            </a:r>
            <a:r>
              <a:rPr lang="en-US" altLang="zh-CN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90%</a:t>
            </a: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以上结果达到“完全一致”或“次要偏差”</a:t>
            </a:r>
            <a:endParaRPr lang="zh-CN" altLang="en-US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7</a:t>
            </a: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个推论全部一致（</a:t>
            </a:r>
            <a:r>
              <a:rPr lang="en-US" altLang="zh-CN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100%</a:t>
            </a: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），核心结论稳健</a:t>
            </a:r>
            <a:endParaRPr lang="zh-CN" altLang="en-US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评价交互作用与支付意愿交互作用成功复现</a:t>
            </a:r>
            <a:endParaRPr lang="zh-CN" altLang="en-US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b="0" i="0">
                <a:solidFill>
                  <a:srgbClr val="0F111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贝叶斯因子提供中等证据支持原假设</a:t>
            </a:r>
            <a:endParaRPr lang="zh-CN" altLang="en-US" b="0" i="0">
              <a:solidFill>
                <a:srgbClr val="0F111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68880" y="3679825"/>
            <a:ext cx="4064000" cy="540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与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R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使用与学习感受：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  <a:p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  <a:p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361690" y="490728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i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人定胜</a:t>
            </a:r>
            <a:r>
              <a:rPr lang="en-US" altLang="zh-CN" sz="3200" i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“</a:t>
            </a:r>
            <a:r>
              <a:rPr lang="zh-CN" altLang="en-US" sz="3200" i="1">
                <a:solidFill>
                  <a:schemeClr val="accent3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天</a:t>
            </a:r>
            <a:r>
              <a:rPr lang="en-US" altLang="zh-CN" sz="3200" i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”</a:t>
            </a:r>
            <a:r>
              <a:rPr lang="zh-CN" altLang="en-US" sz="3200" i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，学无止境！</a:t>
            </a:r>
            <a:endParaRPr lang="zh-CN" altLang="en-US" sz="3200" i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4" name="笑脸 23"/>
          <p:cNvSpPr/>
          <p:nvPr/>
        </p:nvSpPr>
        <p:spPr>
          <a:xfrm>
            <a:off x="3006090" y="5002530"/>
            <a:ext cx="410845" cy="393065"/>
          </a:xfrm>
          <a:prstGeom prst="smileyF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-13970" y="1972310"/>
            <a:ext cx="12201525" cy="2519680"/>
          </a:xfrm>
          <a:prstGeom prst="rect">
            <a:avLst/>
          </a:prstGeom>
          <a:solidFill>
            <a:srgbClr val="00633D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校徽+南京师范大学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33231" b="38380"/>
          <a:stretch>
            <a:fillRect/>
          </a:stretch>
        </p:blipFill>
        <p:spPr>
          <a:xfrm>
            <a:off x="4001135" y="875665"/>
            <a:ext cx="4171950" cy="83756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147445" y="2771140"/>
            <a:ext cx="10253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ea"/>
              </a:rPr>
              <a:t>请老师、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ea"/>
              </a:rPr>
              <a:t>同学批评指正！</a:t>
            </a:r>
            <a:endParaRPr lang="zh-CN" altLang="en-US" sz="5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j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solidFill>
                  <a:schemeClr val="tx1"/>
                </a:solidFill>
              </a:rPr>
            </a:fld>
            <a:endParaRPr lang="zh-CN" altLang="en-US" dirty="0" smtClean="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116070" y="4842510"/>
            <a:ext cx="2596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             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汇报人：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许阳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49796245745b4ef132bd162325e90d5eb470b0b"/>
  <p:tag name="KSO_WM_NEWLAYOUT_GROUP_ID" val="layout_31"/>
  <p:tag name="KSO_WM_NEWLAYOUT_ID" val="slide_df2796fa4dd38705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4cb87c63572069d88d62d5391645a53847b4323"/>
  <p:tag name="KSO_WM_NEWLAYOUT_GROUP_ID" val="layout_26"/>
  <p:tag name="KSO_WM_NEWLAYOUT_ID" val="slide_33b65c8d547e38d4"/>
</p:tagLst>
</file>

<file path=ppt/tags/tag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47df65ba033faabd540ad3f2d1f10643aa0eac"/>
  <p:tag name="KSO_WM_NEWLAYOUT_GROUP_ID" val="layout_30"/>
  <p:tag name="KSO_WM_NEWLAYOUT_ID" val="slide_b85ad00453087974"/>
</p:tagLst>
</file>

<file path=ppt/tags/tag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87ba70acfadefd55f833e4fcfc1bb16ae24257e"/>
  <p:tag name="KSO_WM_NEWLAYOUT_GROUP_ID" val="layout_2"/>
  <p:tag name="KSO_WM_NEWLAYOUT_ID" val="slide_cce2eb3a906a8f67"/>
</p:tagLst>
</file>

<file path=ppt/tags/tag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2f994b68c0baf1067054a2b137bcd742e4a2d38"/>
  <p:tag name="KSO_WM_NEWLAYOUT_GROUP_ID" val="layout_34"/>
  <p:tag name="KSO_WM_NEWLAYOUT_ID" val="slide_4acdb5d565d7a68b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6ff672f2b684b5c0d954a3919c9c1186da92c78"/>
  <p:tag name="KSO_WM_NEWLAYOUT_GROUP_ID" val="layout_10008"/>
  <p:tag name="KSO_WM_NEWLAYOUT_ID" val="slide_a79f2d2502f5ed59"/>
</p:tagLst>
</file>

<file path=ppt/tags/tag76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9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2ea717765fc80ef70e29c5a291b3f4619cb35b8"/>
  <p:tag name="KSO_WM_NEWLAYOUT_GROUP_ID" val="layout_6"/>
  <p:tag name="KSO_WM_NEWLAYOUT_ID" val="slide_0b60da66fb947fdd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ebbb0f1f6c949541b9b3d96825d3285077bf5d7"/>
  <p:tag name="KSO_WM_NEWLAYOUT_GROUP_ID" val="layout_39"/>
  <p:tag name="KSO_WM_NEWLAYOUT_ID" val="slide_0d6168c1bb5022a7"/>
</p:tagLst>
</file>

<file path=ppt/tags/tag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98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2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fee36df1450c4200df42d7b1136643299eb81f4"/>
  <p:tag name="KSO_WM_NEWLAYOUT_GROUP_ID" val="layout_54"/>
  <p:tag name="KSO_WM_NEWLAYOUT_ID" val="slide_a5a9318522062f03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11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16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cc50686a24a5cfeebf7af1451bd7a2a0fe08a3e"/>
  <p:tag name="KSO_WM_NEWLAYOUT_GROUP_ID" val="layout_57"/>
  <p:tag name="KSO_WM_NEWLAYOUT_ID" val="slide_2dcca3900a93bfc0"/>
</p:tagLst>
</file>

<file path=ppt/tags/tag12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a3f13ffb857cb8d0ee4a1f62ed7a54a701c5f1"/>
  <p:tag name="KSO_WM_NEWLAYOUT_GROUP_ID" val="layout_49"/>
  <p:tag name="KSO_WM_NEWLAYOUT_ID" val="slide_d900eb0a0622dae9"/>
</p:tagLst>
</file>

<file path=ppt/tags/tag13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2520681a41ae602c4b43163506ad09b1894afc"/>
  <p:tag name="KSO_WM_NEWLAYOUT_GROUP_ID" val="layout_53"/>
  <p:tag name="KSO_WM_NEWLAYOUT_ID" val="slide_d0353eb596aa5dda"/>
</p:tagLst>
</file>

<file path=ppt/tags/tag1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6ccf327396fc32e80ac7d39836edb04b18b246"/>
  <p:tag name="KSO_WM_NEWLAYOUT_GROUP_ID" val="layout_10009"/>
  <p:tag name="KSO_WM_NEWLAYOUT_ID" val="slide_70de133b16f0d328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b242679bb958e4d34e70445b4c84478fc10e52e"/>
  <p:tag name="KSO_WM_NEWLAYOUT_GROUP_ID" val="layout_60"/>
  <p:tag name="KSO_WM_NEWLAYOUT_ID" val="slide_e710c97e57963add"/>
</p:tagLst>
</file>

<file path=ppt/tags/tag1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0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9099a688f80c81e21398bb28548b0cb19e3aa5"/>
  <p:tag name="KSO_WM_NEWLAYOUT_GROUP_ID" val="layout_32"/>
  <p:tag name="KSO_WM_NEWLAYOUT_ID" val="slide_1ccc07a2ed62f55d"/>
</p:tagLst>
</file>

<file path=ppt/tags/tag1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79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83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84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8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89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3a1f29570cb8bfeb8b64ad90e28870a2501dcb2"/>
  <p:tag name="KSO_WM_NEWLAYOUT_GROUP_ID" val="layout_10012"/>
  <p:tag name="KSO_WM_NEWLAYOUT_ID" val="slide_035c824646c0655c"/>
</p:tagLst>
</file>

<file path=ppt/tags/tag1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e793d2baa454489643a07e2c2844c4bdfa15f6a"/>
  <p:tag name="KSO_WM_NEWLAYOUT_GROUP_ID" val="layout_38"/>
  <p:tag name="KSO_WM_NEWLAYOUT_ID" val="slide_ef1d2b674497d7eb"/>
</p:tagLst>
</file>

<file path=ppt/tags/tag2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eff52795515c9ad94b8a45e0b90a4ba8e99b111"/>
  <p:tag name="KSO_WM_NEWLAYOUT_GROUP_ID" val="layout_48"/>
  <p:tag name="KSO_WM_NEWLAYOUT_ID" val="slide_e5e493f69f279955"/>
</p:tagLst>
</file>

<file path=ppt/tags/tag2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4346badf3e3e9d94e992b8f674804ed87828cbd"/>
  <p:tag name="KSO_WM_NEWLAYOUT_GROUP_ID" val="layout_62"/>
  <p:tag name="KSO_WM_NEWLAYOUT_ID" val="slide_b3ee0e64aa19972f"/>
</p:tagLst>
</file>

<file path=ppt/tags/tag2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03452f0c0e742dbdab3479b4b31d5786076eb9"/>
  <p:tag name="KSO_WM_NEWLAYOUT_GROUP_ID" val="layout_61"/>
  <p:tag name="KSO_WM_NEWLAYOUT_ID" val="slide_28f216744a794637"/>
</p:tagLst>
</file>

<file path=ppt/tags/tag2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9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24242d837181b27c6697c31d14bc2aaf838cbe"/>
  <p:tag name="KSO_WM_NEWLAYOUT_GROUP_ID" val="layout_10004"/>
  <p:tag name="KSO_WM_NEWLAYOUT_ID" val="slide_c69ff2b91d1aabd5"/>
</p:tagLst>
</file>

<file path=ppt/tags/tag2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a4a8dc011551bf1c76c28851f2119f0bbfe1647"/>
  <p:tag name="KSO_WM_NEWLAYOUT_GROUP_ID" val="layout_10003"/>
  <p:tag name="KSO_WM_NEWLAYOUT_ID" val="slide_9f5748403830d2c3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5925b703450408d2e83a25854153ec05b4480a9"/>
  <p:tag name="KSO_WM_NEWLAYOUT_GROUP_ID" val="layout_10007"/>
  <p:tag name="KSO_WM_NEWLAYOUT_ID" val="slide_905b45f25cb76984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3a6fd24b921cbe9ac194de9b37eca250019ba5"/>
  <p:tag name="KSO_WM_NEWLAYOUT_GROUP_ID" val="layout_10013"/>
  <p:tag name="KSO_WM_NEWLAYOUT_ID" val="slide_b258bb06b9866ea7"/>
</p:tagLst>
</file>

<file path=ppt/tags/tag2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d7b6260ebdaeee01d0cc9c5180b70e158bcb416"/>
  <p:tag name="KSO_WM_NEWLAYOUT_GROUP_ID" val="layout_51"/>
  <p:tag name="KSO_WM_NEWLAYOUT_ID" val="slide_b119404b9bbcda2c"/>
</p:tagLst>
</file>

<file path=ppt/tags/tag2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8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2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42e9368d6af54606ba0c7b1f189d8a3bfad35a2"/>
  <p:tag name="KSO_WM_NEWLAYOUT_GROUP_ID" val="layout_35"/>
  <p:tag name="KSO_WM_NEWLAYOUT_ID" val="slide_90cdd96762bb354a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2b19a2a4210c44781e62503e2f40c40d178279"/>
  <p:tag name="KSO_WM_NEWLAYOUT_GROUP_ID" val="layout_42"/>
  <p:tag name="KSO_WM_NEWLAYOUT_ID" val="slide_11b78b995f5ef151"/>
</p:tagLst>
</file>

<file path=ppt/tags/tag3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0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59780e6024fbf03daf3625fe33c4e7dea5f84fa"/>
  <p:tag name="KSO_WM_NEWLAYOUT_GROUP_ID" val="layout_59"/>
  <p:tag name="KSO_WM_NEWLAYOUT_ID" val="slide_fad9133c637506b0"/>
</p:tagLst>
</file>

<file path=ppt/tags/tag3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ea30f9ad90b19222f7c8e85fd2dffa0c315d12"/>
  <p:tag name="KSO_WM_NEWLAYOUT_GROUP_ID" val="layout_3"/>
  <p:tag name="KSO_WM_NEWLAYOUT_ID" val="slide_0576b72b971413eb"/>
</p:tagLst>
</file>

<file path=ppt/tags/tag32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2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27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31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89752458f8d4f319e9d406a88f5dda7f33f733"/>
  <p:tag name="KSO_WM_NEWLAYOUT_GROUP_ID" val="layout_27"/>
  <p:tag name="KSO_WM_NEWLAYOUT_ID" val="slide_bbec08b93f7bcfad"/>
</p:tagLst>
</file>

<file path=ppt/tags/tag33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4461c63c78325e050047433542466368aa3fcb9"/>
  <p:tag name="KSO_WM_NEWLAYOUT_GROUP_ID" val="layout_10014"/>
  <p:tag name="KSO_WM_NEWLAYOUT_ID" val="slide_eb3a68e03bcdf3d9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bd6d3c9cce56bf023382a491185880861b78258"/>
  <p:tag name="KSO_WM_NEWLAYOUT_GROUP_ID" val="layout_31"/>
  <p:tag name="KSO_WM_NEWLAYOUT_ID" val="slide_026ae2c13dbe2c5b"/>
</p:tagLst>
</file>

<file path=ppt/tags/tag3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ecd38f8fa082b34f7e0db7a519a289ed9206876"/>
  <p:tag name="KSO_WM_NEWLAYOUT_GROUP_ID" val="layout_26"/>
  <p:tag name="KSO_WM_NEWLAYOUT_ID" val="slide_89ef8a093ea5c45f"/>
</p:tagLst>
</file>

<file path=ppt/tags/tag3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1e5b19b46dea7420fc51a2ca7f9bfe4a365cea3"/>
  <p:tag name="KSO_WM_NEWLAYOUT_GROUP_ID" val="layout_63"/>
  <p:tag name="KSO_WM_NEWLAYOUT_ID" val="slide_f8237b5359323683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3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298acd0a68688957d99b19991b4ab9b9905ed0"/>
  <p:tag name="KSO_WM_NEWLAYOUT_GROUP_ID" val="layout_2"/>
  <p:tag name="KSO_WM_NEWLAYOUT_ID" val="slide_575721c834a94fa4"/>
</p:tagLst>
</file>

<file path=ppt/tags/tag3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0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157998563bf388d83c78c965e8d59d6f1f3e248"/>
  <p:tag name="KSO_WM_NEWLAYOUT_GROUP_ID" val="layout_34"/>
  <p:tag name="KSO_WM_NEWLAYOUT_ID" val="slide_e03d20003557b036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716a0279f80ebf38dd281b5b0d6108f08d2382e"/>
  <p:tag name="KSO_WM_NEWLAYOUT_GROUP_ID" val="layout_30"/>
  <p:tag name="KSO_WM_NEWLAYOUT_ID" val="slide_a1b31093796dbebc"/>
</p:tagLst>
</file>

<file path=ppt/tags/tag4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2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d2faf02e0599c25fd0a8d2641e2743cbdb84fd9"/>
  <p:tag name="KSO_WM_NEWLAYOUT_GROUP_ID" val="layout_6"/>
  <p:tag name="KSO_WM_NEWLAYOUT_ID" val="slide_db6ecc7827b66e6e"/>
</p:tagLst>
</file>

<file path=ppt/tags/tag4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3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a4aebe2267016c7da8432ccea7c20721e12675"/>
  <p:tag name="KSO_WM_NEWLAYOUT_GROUP_ID" val="layout_14"/>
  <p:tag name="KSO_WM_NEWLAYOUT_ID" val="slide_fbd1737be693ef9a"/>
</p:tagLst>
</file>

<file path=ppt/tags/tag44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4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50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3*l_h_a*1_1_1"/>
  <p:tag name="KSO_WM_TAG_VERSION" val="3.0"/>
  <p:tag name="KSO_WM_UNIT_LAYERLEVEL" val="1_1_1"/>
  <p:tag name="KSO_WM_TEMPLATE_INDEX" val="7"/>
  <p:tag name="KSO_WM_TEMPLATE_CATEGORY" val="custom"/>
</p:tagLst>
</file>

<file path=ppt/tags/tag50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3*l_h_i*1_1_2"/>
  <p:tag name="KSO_WM_TAG_VERSION" val="3.0"/>
  <p:tag name="KSO_WM_UNIT_LAYERLEVEL" val="1_1_1"/>
  <p:tag name="KSO_WM_TEMPLATE_INDEX" val="7"/>
  <p:tag name="KSO_WM_TEMPLATE_CATEGORY" val="custom"/>
</p:tagLst>
</file>

<file path=ppt/tags/tag50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3*l_h_i*1_1_1"/>
  <p:tag name="KSO_WM_TAG_VERSION" val="3.0"/>
  <p:tag name="KSO_WM_UNIT_LAYERLEVEL" val="1_1_1"/>
  <p:tag name="KSO_WM_TEMPLATE_INDEX" val="7"/>
  <p:tag name="KSO_WM_TEMPLATE_CATEGORY" val="custom"/>
</p:tagLst>
</file>

<file path=ppt/tags/tag507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273ed97d95f023ce0ab57be66cbddc62fd5f53e8"/>
  <p:tag name="KSO_WM_NEWLAYOUT_ID" val="slide_412a1f3c717d8f5a"/>
  <p:tag name="KSO_WM_UNIT_ID" val="_13*a*2"/>
  <p:tag name="KSO_WM_TAG_VERSION" val="3.0"/>
  <p:tag name="KSO_WM_UNIT_LAYERLEVEL" val="1"/>
  <p:tag name="KSO_WM_TEMPLATE_INDEX" val="7"/>
  <p:tag name="KSO_WM_TEMPLATE_CATEGORY" val="custom"/>
</p:tagLst>
</file>

<file path=ppt/tags/tag50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3*b*1"/>
  <p:tag name="KSO_WM_TAG_VERSION" val="3.0"/>
  <p:tag name="KSO_WM_UNIT_LAYERLEVEL" val="1"/>
  <p:tag name="KSO_WM_TEMPLATE_INDEX" val="7"/>
  <p:tag name="KSO_WM_TEMPLATE_CATEGORY" val="custom"/>
</p:tagLst>
</file>

<file path=ppt/tags/tag50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4*b*1"/>
  <p:tag name="KSO_WM_TAG_VERSION" val="3.0"/>
  <p:tag name="KSO_WM_UNIT_LAYERLEVEL" val="1"/>
  <p:tag name="KSO_WM_TEMPLATE_INDEX" val="7"/>
  <p:tag name="KSO_WM_TEMPLATE_CATEGORY" val="custom"/>
</p:tagLst>
</file>

<file path=ppt/tags/tag510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2a36f9384d322461d1823036c3bfde91d922236d"/>
  <p:tag name="KSO_WM_NEWLAYOUT_ID" val="slide_5e65b803a1c10ff4"/>
  <p:tag name="KSO_WM_UNIT_ID" val="_14*a*2"/>
  <p:tag name="KSO_WM_TAG_VERSION" val="3.0"/>
  <p:tag name="KSO_WM_UNIT_LAYERLEVEL" val="1"/>
  <p:tag name="KSO_WM_TEMPLATE_INDEX" val="7"/>
  <p:tag name="KSO_WM_TEMPLATE_CATEGORY" val="custom"/>
</p:tagLst>
</file>

<file path=ppt/tags/tag51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4*l_h_i*1_1_1"/>
  <p:tag name="KSO_WM_TAG_VERSION" val="3.0"/>
  <p:tag name="KSO_WM_UNIT_LAYERLEVEL" val="1_1_1"/>
  <p:tag name="KSO_WM_TEMPLATE_INDEX" val="7"/>
  <p:tag name="KSO_WM_TEMPLATE_CATEGORY" val="custom"/>
</p:tagLst>
</file>

<file path=ppt/tags/tag51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4*l_h_i*1_1_2"/>
  <p:tag name="KSO_WM_TAG_VERSION" val="3.0"/>
  <p:tag name="KSO_WM_UNIT_LAYERLEVEL" val="1_1_1"/>
  <p:tag name="KSO_WM_TEMPLATE_INDEX" val="7"/>
  <p:tag name="KSO_WM_TEMPLATE_CATEGORY" val="custom"/>
</p:tagLst>
</file>

<file path=ppt/tags/tag51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4*l_h_a*1_1_1"/>
  <p:tag name="KSO_WM_TAG_VERSION" val="3.0"/>
  <p:tag name="KSO_WM_UNIT_LAYERLEVEL" val="1_1_1"/>
  <p:tag name="KSO_WM_TEMPLATE_INDEX" val="7"/>
  <p:tag name="KSO_WM_TEMPLATE_CATEGORY" val="custom"/>
</p:tagLst>
</file>

<file path=ppt/tags/tag51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4*l_h_i*1_2_1"/>
  <p:tag name="KSO_WM_TAG_VERSION" val="3.0"/>
  <p:tag name="KSO_WM_UNIT_LAYERLEVEL" val="1_1_1"/>
  <p:tag name="KSO_WM_TEMPLATE_INDEX" val="7"/>
  <p:tag name="KSO_WM_TEMPLATE_CATEGORY" val="custom"/>
</p:tagLst>
</file>

<file path=ppt/tags/tag51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4*l_h_i*1_2_2"/>
  <p:tag name="KSO_WM_TAG_VERSION" val="3.0"/>
  <p:tag name="KSO_WM_UNIT_LAYERLEVEL" val="1_1_1"/>
  <p:tag name="KSO_WM_TEMPLATE_INDEX" val="7"/>
  <p:tag name="KSO_WM_TEMPLATE_CATEGORY" val="custom"/>
</p:tagLst>
</file>

<file path=ppt/tags/tag51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4*l_h_a*1_2_1"/>
  <p:tag name="KSO_WM_TAG_VERSION" val="3.0"/>
  <p:tag name="KSO_WM_UNIT_LAYERLEVEL" val="1_1_1"/>
  <p:tag name="KSO_WM_TEMPLATE_INDEX" val="7"/>
  <p:tag name="KSO_WM_TEMPLATE_CATEGORY" val="custom"/>
</p:tagLst>
</file>

<file path=ppt/tags/tag51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5*b*1"/>
  <p:tag name="KSO_WM_TAG_VERSION" val="3.0"/>
  <p:tag name="KSO_WM_UNIT_LAYERLEVEL" val="1"/>
  <p:tag name="KSO_WM_TEMPLATE_INDEX" val="7"/>
  <p:tag name="KSO_WM_TEMPLATE_CATEGORY" val="custom"/>
</p:tagLst>
</file>

<file path=ppt/tags/tag518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7e6b07bcab9c1cbf1f0d1d33bb78f70e36032766"/>
  <p:tag name="KSO_WM_NEWLAYOUT_ID" val="slide_e1ac597c3f8feea9"/>
  <p:tag name="KSO_WM_UNIT_ID" val="_15*a*2"/>
  <p:tag name="KSO_WM_TAG_VERSION" val="3.0"/>
  <p:tag name="KSO_WM_UNIT_LAYERLEVEL" val="1"/>
  <p:tag name="KSO_WM_TEMPLATE_INDEX" val="7"/>
  <p:tag name="KSO_WM_TEMPLATE_CATEGORY" val="custom"/>
</p:tagLst>
</file>

<file path=ppt/tags/tag51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5*l_h_i*1_1_1"/>
  <p:tag name="KSO_WM_TAG_VERSION" val="3.0"/>
  <p:tag name="KSO_WM_UNIT_LAYERLEVEL" val="1_1_1"/>
  <p:tag name="KSO_WM_TEMPLATE_INDEX" val="7"/>
  <p:tag name="KSO_WM_TEMPLATE_CATEGORY" val="custom"/>
</p:tagLst>
</file>

<file path=ppt/tags/tag52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5*l_h_i*1_1_2"/>
  <p:tag name="KSO_WM_TAG_VERSION" val="3.0"/>
  <p:tag name="KSO_WM_UNIT_LAYERLEVEL" val="1_1_1"/>
  <p:tag name="KSO_WM_TEMPLATE_INDEX" val="7"/>
  <p:tag name="KSO_WM_TEMPLATE_CATEGORY" val="custom"/>
</p:tagLst>
</file>

<file path=ppt/tags/tag52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5*l_h_a*1_1_1"/>
  <p:tag name="KSO_WM_TAG_VERSION" val="3.0"/>
  <p:tag name="KSO_WM_UNIT_LAYERLEVEL" val="1_1_1"/>
  <p:tag name="KSO_WM_TEMPLATE_INDEX" val="7"/>
  <p:tag name="KSO_WM_TEMPLATE_CATEGORY" val="custom"/>
</p:tagLst>
</file>

<file path=ppt/tags/tag52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5*l_h_i*1_2_1"/>
  <p:tag name="KSO_WM_TAG_VERSION" val="3.0"/>
  <p:tag name="KSO_WM_UNIT_LAYERLEVEL" val="1_1_1"/>
  <p:tag name="KSO_WM_TEMPLATE_INDEX" val="7"/>
  <p:tag name="KSO_WM_TEMPLATE_CATEGORY" val="custom"/>
</p:tagLst>
</file>

<file path=ppt/tags/tag52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5*l_h_i*1_2_2"/>
  <p:tag name="KSO_WM_TAG_VERSION" val="3.0"/>
  <p:tag name="KSO_WM_UNIT_LAYERLEVEL" val="1_1_1"/>
  <p:tag name="KSO_WM_TEMPLATE_INDEX" val="7"/>
  <p:tag name="KSO_WM_TEMPLATE_CATEGORY" val="custom"/>
</p:tagLst>
</file>

<file path=ppt/tags/tag52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5*l_h_a*1_2_1"/>
  <p:tag name="KSO_WM_TAG_VERSION" val="3.0"/>
  <p:tag name="KSO_WM_UNIT_LAYERLEVEL" val="1_1_1"/>
  <p:tag name="KSO_WM_TEMPLATE_INDEX" val="7"/>
  <p:tag name="KSO_WM_TEMPLATE_CATEGORY" val="custom"/>
</p:tagLst>
</file>

<file path=ppt/tags/tag52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15*l_h_i*1_3_1"/>
  <p:tag name="KSO_WM_TAG_VERSION" val="3.0"/>
  <p:tag name="KSO_WM_UNIT_LAYERLEVEL" val="1_1_1"/>
  <p:tag name="KSO_WM_TEMPLATE_INDEX" val="7"/>
  <p:tag name="KSO_WM_TEMPLATE_CATEGORY" val="custom"/>
</p:tagLst>
</file>

<file path=ppt/tags/tag52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15*l_h_i*1_3_2"/>
  <p:tag name="KSO_WM_TAG_VERSION" val="3.0"/>
  <p:tag name="KSO_WM_UNIT_LAYERLEVEL" val="1_1_1"/>
  <p:tag name="KSO_WM_TEMPLATE_INDEX" val="7"/>
  <p:tag name="KSO_WM_TEMPLATE_CATEGORY" val="custom"/>
</p:tagLst>
</file>

<file path=ppt/tags/tag52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15*l_h_a*1_3_1"/>
  <p:tag name="KSO_WM_TAG_VERSION" val="3.0"/>
  <p:tag name="KSO_WM_UNIT_LAYERLEVEL" val="1_1_1"/>
  <p:tag name="KSO_WM_TEMPLATE_INDEX" val="7"/>
  <p:tag name="KSO_WM_TEMPLATE_CATEGORY" val="custom"/>
</p:tagLst>
</file>

<file path=ppt/tags/tag52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6*b*1"/>
  <p:tag name="KSO_WM_TAG_VERSION" val="3.0"/>
  <p:tag name="KSO_WM_UNIT_LAYERLEVEL" val="1"/>
  <p:tag name="KSO_WM_TEMPLATE_INDEX" val="7"/>
  <p:tag name="KSO_WM_TEMPLATE_CATEGORY" val="custom"/>
</p:tagLst>
</file>

<file path=ppt/tags/tag529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TEXT_TYPE" val="1"/>
  <p:tag name="KSO_WM_UNIT_TYPE" val="a"/>
  <p:tag name="KSO_WM_LAYOUT_CHECK_HASH" val="3c0576c76ac09d8b00ffadf5a3dae502d7eee646"/>
  <p:tag name="KSO_WM_NEWLAYOUT_ID" val="slide_41030c1ef11493f6"/>
  <p:tag name="KSO_WM_UNIT_ID" val="_16*a*2"/>
  <p:tag name="KSO_WM_TAG_VERSION" val="3.0"/>
  <p:tag name="KSO_WM_UNIT_LAYERLEVEL" val="1"/>
  <p:tag name="KSO_WM_TEMPLATE_INDEX" val="7"/>
  <p:tag name="KSO_WM_TEMPLATE_CATEGORY" val="custom"/>
</p:tagLst>
</file>

<file path=ppt/tags/tag53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6*l_h_i*1_1_1"/>
  <p:tag name="KSO_WM_TAG_VERSION" val="3.0"/>
  <p:tag name="KSO_WM_UNIT_LAYERLEVEL" val="1_1_1"/>
  <p:tag name="KSO_WM_TEMPLATE_INDEX" val="7"/>
  <p:tag name="KSO_WM_TEMPLATE_CATEGORY" val="custom"/>
</p:tagLst>
</file>

<file path=ppt/tags/tag531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6*l_h_i*1_1_2"/>
  <p:tag name="KSO_WM_TAG_VERSION" val="3.0"/>
  <p:tag name="KSO_WM_UNIT_LAYERLEVEL" val="1_1_1"/>
  <p:tag name="KSO_WM_TEMPLATE_INDEX" val="7"/>
  <p:tag name="KSO_WM_TEMPLATE_CATEGORY" val="custom"/>
</p:tagLst>
</file>

<file path=ppt/tags/tag53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6*l_h_a*1_1_1"/>
  <p:tag name="KSO_WM_TAG_VERSION" val="3.0"/>
  <p:tag name="KSO_WM_UNIT_LAYERLEVEL" val="1_1_1"/>
  <p:tag name="KSO_WM_TEMPLATE_INDEX" val="7"/>
  <p:tag name="KSO_WM_TEMPLATE_CATEGORY" val="custom"/>
</p:tagLst>
</file>

<file path=ppt/tags/tag53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6*l_h_i*1_2_1"/>
  <p:tag name="KSO_WM_TAG_VERSION" val="3.0"/>
  <p:tag name="KSO_WM_UNIT_LAYERLEVEL" val="1_1_1"/>
  <p:tag name="KSO_WM_TEMPLATE_INDEX" val="7"/>
  <p:tag name="KSO_WM_TEMPLATE_CATEGORY" val="custom"/>
</p:tagLst>
</file>

<file path=ppt/tags/tag534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6*l_h_i*1_2_2"/>
  <p:tag name="KSO_WM_TAG_VERSION" val="3.0"/>
  <p:tag name="KSO_WM_UNIT_LAYERLEVEL" val="1_1_1"/>
  <p:tag name="KSO_WM_TEMPLATE_INDEX" val="7"/>
  <p:tag name="KSO_WM_TEMPLATE_CATEGORY" val="custom"/>
</p:tagLst>
</file>

<file path=ppt/tags/tag53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6*l_h_a*1_2_1"/>
  <p:tag name="KSO_WM_TAG_VERSION" val="3.0"/>
  <p:tag name="KSO_WM_UNIT_LAYERLEVEL" val="1_1_1"/>
  <p:tag name="KSO_WM_TEMPLATE_INDEX" val="7"/>
  <p:tag name="KSO_WM_TEMPLATE_CATEGORY" val="custom"/>
</p:tagLst>
</file>

<file path=ppt/tags/tag53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16*l_h_i*1_3_1"/>
  <p:tag name="KSO_WM_TAG_VERSION" val="3.0"/>
  <p:tag name="KSO_WM_UNIT_LAYERLEVEL" val="1_1_1"/>
  <p:tag name="KSO_WM_TEMPLATE_INDEX" val="7"/>
  <p:tag name="KSO_WM_TEMPLATE_CATEGORY" val="custom"/>
</p:tagLst>
</file>

<file path=ppt/tags/tag537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16*l_h_i*1_3_2"/>
  <p:tag name="KSO_WM_TAG_VERSION" val="3.0"/>
  <p:tag name="KSO_WM_UNIT_LAYERLEVEL" val="1_1_1"/>
  <p:tag name="KSO_WM_TEMPLATE_INDEX" val="7"/>
  <p:tag name="KSO_WM_TEMPLATE_CATEGORY" val="custom"/>
</p:tagLst>
</file>

<file path=ppt/tags/tag53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16*l_h_a*1_3_1"/>
  <p:tag name="KSO_WM_TAG_VERSION" val="3.0"/>
  <p:tag name="KSO_WM_UNIT_LAYERLEVEL" val="1_1_1"/>
  <p:tag name="KSO_WM_TEMPLATE_INDEX" val="7"/>
  <p:tag name="KSO_WM_TEMPLATE_CATEGORY" val="custom"/>
</p:tagLst>
</file>

<file path=ppt/tags/tag53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16*l_h_i*1_4_1"/>
  <p:tag name="KSO_WM_TAG_VERSION" val="3.0"/>
  <p:tag name="KSO_WM_UNIT_LAYERLEVEL" val="1_1_1"/>
  <p:tag name="KSO_WM_TEMPLATE_INDEX" val="7"/>
  <p:tag name="KSO_WM_TEMPLATE_CATEGORY" val="custom"/>
</p:tagLst>
</file>

<file path=ppt/tags/tag54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16*l_h_i*1_4_2"/>
  <p:tag name="KSO_WM_TAG_VERSION" val="3.0"/>
  <p:tag name="KSO_WM_UNIT_LAYERLEVEL" val="1_1_1"/>
  <p:tag name="KSO_WM_TEMPLATE_INDEX" val="7"/>
  <p:tag name="KSO_WM_TEMPLATE_CATEGORY" val="custom"/>
</p:tagLst>
</file>

<file path=ppt/tags/tag54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16*l_h_a*1_4_1"/>
  <p:tag name="KSO_WM_TAG_VERSION" val="3.0"/>
  <p:tag name="KSO_WM_UNIT_LAYERLEVEL" val="1_1_1"/>
  <p:tag name="KSO_WM_TEMPLATE_INDEX" val="7"/>
  <p:tag name="KSO_WM_TEMPLATE_CATEGORY" val="custom"/>
</p:tagLst>
</file>

<file path=ppt/tags/tag54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7*b*1"/>
  <p:tag name="KSO_WM_TAG_VERSION" val="3.0"/>
  <p:tag name="KSO_WM_UNIT_LAYERLEVEL" val="1"/>
  <p:tag name="KSO_WM_TEMPLATE_INDEX" val="7"/>
  <p:tag name="KSO_WM_TEMPLATE_CATEGORY" val="custom"/>
</p:tagLst>
</file>

<file path=ppt/tags/tag54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a34f39b0f57225eae2ab00d8816958fa6669c166"/>
  <p:tag name="KSO_WM_NEWLAYOUT_ID" val="slide_f6eba500053b1ebb"/>
  <p:tag name="KSO_WM_UNIT_ID" val="_17*a*1"/>
  <p:tag name="KSO_WM_TAG_VERSION" val="3.0"/>
  <p:tag name="KSO_WM_UNIT_LAYERLEVEL" val="1"/>
  <p:tag name="KSO_WM_TEMPLATE_INDEX" val="7"/>
  <p:tag name="KSO_WM_TEMPLATE_CATEGORY" val="custom"/>
</p:tagLst>
</file>

<file path=ppt/tags/tag54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7*l_h_i*1_1_1"/>
  <p:tag name="KSO_WM_TAG_VERSION" val="3.0"/>
  <p:tag name="KSO_WM_UNIT_LAYERLEVEL" val="1_1_1"/>
  <p:tag name="KSO_WM_TEMPLATE_INDEX" val="7"/>
  <p:tag name="KSO_WM_TEMPLATE_CATEGORY" val="custom"/>
</p:tagLst>
</file>

<file path=ppt/tags/tag54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7*l_h_i*1_1_2"/>
  <p:tag name="KSO_WM_TAG_VERSION" val="3.0"/>
  <p:tag name="KSO_WM_UNIT_LAYERLEVEL" val="1_1_1"/>
  <p:tag name="KSO_WM_TEMPLATE_INDEX" val="7"/>
  <p:tag name="KSO_WM_TEMPLATE_CATEGORY" val="custom"/>
</p:tagLst>
</file>

<file path=ppt/tags/tag54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7*l_h_a*1_1_1"/>
  <p:tag name="KSO_WM_TAG_VERSION" val="3.0"/>
  <p:tag name="KSO_WM_UNIT_LAYERLEVEL" val="1_1_1"/>
  <p:tag name="KSO_WM_TEMPLATE_INDEX" val="7"/>
  <p:tag name="KSO_WM_TEMPLATE_CATEGORY" val="custom"/>
</p:tagLst>
</file>

<file path=ppt/tags/tag54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8*b*1"/>
  <p:tag name="KSO_WM_TAG_VERSION" val="3.0"/>
  <p:tag name="KSO_WM_UNIT_LAYERLEVEL" val="1"/>
  <p:tag name="KSO_WM_TEMPLATE_INDEX" val="7"/>
  <p:tag name="KSO_WM_TEMPLATE_CATEGORY" val="custom"/>
</p:tagLst>
</file>

<file path=ppt/tags/tag54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3a08ede37e44c7bf26bd4ab1678c2a61082d961"/>
  <p:tag name="KSO_WM_NEWLAYOUT_ID" val="slide_16e3c7e9f5c87664"/>
  <p:tag name="KSO_WM_UNIT_ID" val="_18*a*1"/>
  <p:tag name="KSO_WM_TAG_VERSION" val="3.0"/>
  <p:tag name="KSO_WM_UNIT_LAYERLEVEL" val="1"/>
  <p:tag name="KSO_WM_TEMPLATE_INDEX" val="7"/>
  <p:tag name="KSO_WM_TEMPLATE_CATEGORY" val="custom"/>
</p:tagLst>
</file>

<file path=ppt/tags/tag54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8*l_h_i*1_1_1"/>
  <p:tag name="KSO_WM_TAG_VERSION" val="3.0"/>
  <p:tag name="KSO_WM_UNIT_LAYERLEVEL" val="1_1_1"/>
  <p:tag name="KSO_WM_TEMPLATE_INDEX" val="7"/>
  <p:tag name="KSO_WM_TEMPLATE_CATEGORY" val="custom"/>
</p:tagLst>
</file>

<file path=ppt/tags/tag55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8*l_h_i*1_1_2"/>
  <p:tag name="KSO_WM_TAG_VERSION" val="3.0"/>
  <p:tag name="KSO_WM_UNIT_LAYERLEVEL" val="1_1_1"/>
  <p:tag name="KSO_WM_TEMPLATE_INDEX" val="7"/>
  <p:tag name="KSO_WM_TEMPLATE_CATEGORY" val="custom"/>
</p:tagLst>
</file>

<file path=ppt/tags/tag55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8*l_h_a*1_1_1"/>
  <p:tag name="KSO_WM_TAG_VERSION" val="3.0"/>
  <p:tag name="KSO_WM_UNIT_LAYERLEVEL" val="1_1_1"/>
  <p:tag name="KSO_WM_TEMPLATE_INDEX" val="7"/>
  <p:tag name="KSO_WM_TEMPLATE_CATEGORY" val="custom"/>
</p:tagLst>
</file>

<file path=ppt/tags/tag55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8*l_h_i*1_2_1"/>
  <p:tag name="KSO_WM_TAG_VERSION" val="3.0"/>
  <p:tag name="KSO_WM_UNIT_LAYERLEVEL" val="1_1_1"/>
  <p:tag name="KSO_WM_TEMPLATE_INDEX" val="7"/>
  <p:tag name="KSO_WM_TEMPLATE_CATEGORY" val="custom"/>
</p:tagLst>
</file>

<file path=ppt/tags/tag55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8*l_h_i*1_2_2"/>
  <p:tag name="KSO_WM_TAG_VERSION" val="3.0"/>
  <p:tag name="KSO_WM_UNIT_LAYERLEVEL" val="1_1_1"/>
  <p:tag name="KSO_WM_TEMPLATE_INDEX" val="7"/>
  <p:tag name="KSO_WM_TEMPLATE_CATEGORY" val="custom"/>
</p:tagLst>
</file>

<file path=ppt/tags/tag55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8*l_h_a*1_2_1"/>
  <p:tag name="KSO_WM_TAG_VERSION" val="3.0"/>
  <p:tag name="KSO_WM_UNIT_LAYERLEVEL" val="1_1_1"/>
  <p:tag name="KSO_WM_TEMPLATE_INDEX" val="7"/>
  <p:tag name="KSO_WM_TEMPLATE_CATEGORY" val="custom"/>
</p:tagLst>
</file>

<file path=ppt/tags/tag55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9*b*1"/>
  <p:tag name="KSO_WM_TAG_VERSION" val="3.0"/>
  <p:tag name="KSO_WM_UNIT_LAYERLEVEL" val="1"/>
  <p:tag name="KSO_WM_TEMPLATE_INDEX" val="7"/>
  <p:tag name="KSO_WM_TEMPLATE_CATEGORY" val="custom"/>
</p:tagLst>
</file>

<file path=ppt/tags/tag55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2fa966edd601908493ea872df859186a58318e8e"/>
  <p:tag name="KSO_WM_NEWLAYOUT_ID" val="slide_063b19861dc0a508"/>
  <p:tag name="KSO_WM_UNIT_ID" val="_19*a*1"/>
  <p:tag name="KSO_WM_TAG_VERSION" val="3.0"/>
  <p:tag name="KSO_WM_UNIT_LAYERLEVEL" val="1"/>
  <p:tag name="KSO_WM_TEMPLATE_INDEX" val="7"/>
  <p:tag name="KSO_WM_TEMPLATE_CATEGORY" val="custom"/>
</p:tagLst>
</file>

<file path=ppt/tags/tag55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19*l_h_i*1_1_1"/>
  <p:tag name="KSO_WM_TAG_VERSION" val="3.0"/>
  <p:tag name="KSO_WM_UNIT_LAYERLEVEL" val="1_1_1"/>
  <p:tag name="KSO_WM_TEMPLATE_INDEX" val="7"/>
  <p:tag name="KSO_WM_TEMPLATE_CATEGORY" val="custom"/>
</p:tagLst>
</file>

<file path=ppt/tags/tag558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19*l_h_i*1_1_2"/>
  <p:tag name="KSO_WM_TAG_VERSION" val="3.0"/>
  <p:tag name="KSO_WM_UNIT_LAYERLEVEL" val="1_1_1"/>
  <p:tag name="KSO_WM_TEMPLATE_INDEX" val="7"/>
  <p:tag name="KSO_WM_TEMPLATE_CATEGORY" val="custom"/>
</p:tagLst>
</file>

<file path=ppt/tags/tag55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19*l_h_a*1_1_1"/>
  <p:tag name="KSO_WM_TAG_VERSION" val="3.0"/>
  <p:tag name="KSO_WM_UNIT_LAYERLEVEL" val="1_1_1"/>
  <p:tag name="KSO_WM_TEMPLATE_INDEX" val="7"/>
  <p:tag name="KSO_WM_TEMPLATE_CATEGORY" val="custom"/>
</p:tagLst>
</file>

<file path=ppt/tags/tag56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19*l_h_i*1_2_1"/>
  <p:tag name="KSO_WM_TAG_VERSION" val="3.0"/>
  <p:tag name="KSO_WM_UNIT_LAYERLEVEL" val="1_1_1"/>
  <p:tag name="KSO_WM_TEMPLATE_INDEX" val="7"/>
  <p:tag name="KSO_WM_TEMPLATE_CATEGORY" val="custom"/>
</p:tagLst>
</file>

<file path=ppt/tags/tag561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19*l_h_i*1_2_2"/>
  <p:tag name="KSO_WM_TAG_VERSION" val="3.0"/>
  <p:tag name="KSO_WM_UNIT_LAYERLEVEL" val="1_1_1"/>
  <p:tag name="KSO_WM_TEMPLATE_INDEX" val="7"/>
  <p:tag name="KSO_WM_TEMPLATE_CATEGORY" val="custom"/>
</p:tagLst>
</file>

<file path=ppt/tags/tag56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19*l_h_a*1_2_1"/>
  <p:tag name="KSO_WM_TAG_VERSION" val="3.0"/>
  <p:tag name="KSO_WM_UNIT_LAYERLEVEL" val="1_1_1"/>
  <p:tag name="KSO_WM_TEMPLATE_INDEX" val="7"/>
  <p:tag name="KSO_WM_TEMPLATE_CATEGORY" val="custom"/>
</p:tagLst>
</file>

<file path=ppt/tags/tag56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19*l_h_i*1_3_1"/>
  <p:tag name="KSO_WM_TAG_VERSION" val="3.0"/>
  <p:tag name="KSO_WM_UNIT_LAYERLEVEL" val="1_1_1"/>
  <p:tag name="KSO_WM_TEMPLATE_INDEX" val="7"/>
  <p:tag name="KSO_WM_TEMPLATE_CATEGORY" val="custom"/>
</p:tagLst>
</file>

<file path=ppt/tags/tag564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19*l_h_i*1_3_2"/>
  <p:tag name="KSO_WM_TAG_VERSION" val="3.0"/>
  <p:tag name="KSO_WM_UNIT_LAYERLEVEL" val="1_1_1"/>
  <p:tag name="KSO_WM_TEMPLATE_INDEX" val="7"/>
  <p:tag name="KSO_WM_TEMPLATE_CATEGORY" val="custom"/>
</p:tagLst>
</file>

<file path=ppt/tags/tag56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19*l_h_a*1_3_1"/>
  <p:tag name="KSO_WM_TAG_VERSION" val="3.0"/>
  <p:tag name="KSO_WM_UNIT_LAYERLEVEL" val="1_1_1"/>
  <p:tag name="KSO_WM_TEMPLATE_INDEX" val="7"/>
  <p:tag name="KSO_WM_TEMPLATE_CATEGORY" val="custom"/>
</p:tagLst>
</file>

<file path=ppt/tags/tag56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20*b*1"/>
  <p:tag name="KSO_WM_TAG_VERSION" val="3.0"/>
  <p:tag name="KSO_WM_UNIT_LAYERLEVEL" val="1"/>
  <p:tag name="KSO_WM_TEMPLATE_INDEX" val="7"/>
  <p:tag name="KSO_WM_TEMPLATE_CATEGORY" val="custom"/>
</p:tagLst>
</file>

<file path=ppt/tags/tag56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df3e0c35c1ec2267373f9c62811257d1864d125a"/>
  <p:tag name="KSO_WM_NEWLAYOUT_ID" val="slide_61223ae7a7f7aefc"/>
  <p:tag name="KSO_WM_UNIT_ID" val="_20*a*1"/>
  <p:tag name="KSO_WM_TAG_VERSION" val="3.0"/>
  <p:tag name="KSO_WM_UNIT_LAYERLEVEL" val="1"/>
  <p:tag name="KSO_WM_TEMPLATE_INDEX" val="7"/>
  <p:tag name="KSO_WM_TEMPLATE_CATEGORY" val="custom"/>
</p:tagLst>
</file>

<file path=ppt/tags/tag56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20*l_h_i*1_1_1"/>
  <p:tag name="KSO_WM_TAG_VERSION" val="3.0"/>
  <p:tag name="KSO_WM_UNIT_LAYERLEVEL" val="1_1_1"/>
  <p:tag name="KSO_WM_TEMPLATE_INDEX" val="7"/>
  <p:tag name="KSO_WM_TEMPLATE_CATEGORY" val="custom"/>
</p:tagLst>
</file>

<file path=ppt/tags/tag56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20*l_h_i*1_1_2"/>
  <p:tag name="KSO_WM_TAG_VERSION" val="3.0"/>
  <p:tag name="KSO_WM_UNIT_LAYERLEVEL" val="1_1_1"/>
  <p:tag name="KSO_WM_TEMPLATE_INDEX" val="7"/>
  <p:tag name="KSO_WM_TEMPLATE_CATEGORY" val="custom"/>
</p:tagLst>
</file>

<file path=ppt/tags/tag57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20*l_h_a*1_1_1"/>
  <p:tag name="KSO_WM_TAG_VERSION" val="3.0"/>
  <p:tag name="KSO_WM_UNIT_LAYERLEVEL" val="1_1_1"/>
  <p:tag name="KSO_WM_TEMPLATE_INDEX" val="7"/>
  <p:tag name="KSO_WM_TEMPLATE_CATEGORY" val="custom"/>
</p:tagLst>
</file>

<file path=ppt/tags/tag57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20*l_h_i*1_2_1"/>
  <p:tag name="KSO_WM_TAG_VERSION" val="3.0"/>
  <p:tag name="KSO_WM_UNIT_LAYERLEVEL" val="1_1_1"/>
  <p:tag name="KSO_WM_TEMPLATE_INDEX" val="7"/>
  <p:tag name="KSO_WM_TEMPLATE_CATEGORY" val="custom"/>
</p:tagLst>
</file>

<file path=ppt/tags/tag57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20*l_h_i*1_2_2"/>
  <p:tag name="KSO_WM_TAG_VERSION" val="3.0"/>
  <p:tag name="KSO_WM_UNIT_LAYERLEVEL" val="1_1_1"/>
  <p:tag name="KSO_WM_TEMPLATE_INDEX" val="7"/>
  <p:tag name="KSO_WM_TEMPLATE_CATEGORY" val="custom"/>
</p:tagLst>
</file>

<file path=ppt/tags/tag57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20*l_h_a*1_2_1"/>
  <p:tag name="KSO_WM_TAG_VERSION" val="3.0"/>
  <p:tag name="KSO_WM_UNIT_LAYERLEVEL" val="1_1_1"/>
  <p:tag name="KSO_WM_TEMPLATE_INDEX" val="7"/>
  <p:tag name="KSO_WM_TEMPLATE_CATEGORY" val="custom"/>
</p:tagLst>
</file>

<file path=ppt/tags/tag57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20*l_h_i*1_3_1"/>
  <p:tag name="KSO_WM_TAG_VERSION" val="3.0"/>
  <p:tag name="KSO_WM_UNIT_LAYERLEVEL" val="1_1_1"/>
  <p:tag name="KSO_WM_TEMPLATE_INDEX" val="7"/>
  <p:tag name="KSO_WM_TEMPLATE_CATEGORY" val="custom"/>
</p:tagLst>
</file>

<file path=ppt/tags/tag57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20*l_h_i*1_3_2"/>
  <p:tag name="KSO_WM_TAG_VERSION" val="3.0"/>
  <p:tag name="KSO_WM_UNIT_LAYERLEVEL" val="1_1_1"/>
  <p:tag name="KSO_WM_TEMPLATE_INDEX" val="7"/>
  <p:tag name="KSO_WM_TEMPLATE_CATEGORY" val="custom"/>
</p:tagLst>
</file>

<file path=ppt/tags/tag57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20*l_h_a*1_3_1"/>
  <p:tag name="KSO_WM_TAG_VERSION" val="3.0"/>
  <p:tag name="KSO_WM_UNIT_LAYERLEVEL" val="1_1_1"/>
  <p:tag name="KSO_WM_TEMPLATE_INDEX" val="7"/>
  <p:tag name="KSO_WM_TEMPLATE_CATEGORY" val="custom"/>
</p:tagLst>
</file>

<file path=ppt/tags/tag57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20*l_h_i*1_4_1"/>
  <p:tag name="KSO_WM_TAG_VERSION" val="3.0"/>
  <p:tag name="KSO_WM_UNIT_LAYERLEVEL" val="1_1_1"/>
  <p:tag name="KSO_WM_TEMPLATE_INDEX" val="7"/>
  <p:tag name="KSO_WM_TEMPLATE_CATEGORY" val="custom"/>
</p:tagLst>
</file>

<file path=ppt/tags/tag578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20*l_h_i*1_4_2"/>
  <p:tag name="KSO_WM_TAG_VERSION" val="3.0"/>
  <p:tag name="KSO_WM_UNIT_LAYERLEVEL" val="1_1_1"/>
  <p:tag name="KSO_WM_TEMPLATE_INDEX" val="7"/>
  <p:tag name="KSO_WM_TEMPLATE_CATEGORY" val="custom"/>
</p:tagLst>
</file>

<file path=ppt/tags/tag57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20*l_h_a*1_4_1"/>
  <p:tag name="KSO_WM_TAG_VERSION" val="3.0"/>
  <p:tag name="KSO_WM_UNIT_LAYERLEVEL" val="1_1_1"/>
  <p:tag name="KSO_WM_TEMPLATE_INDEX" val="7"/>
  <p:tag name="KSO_WM_TEMPLATE_CATEGORY" val="custom"/>
</p:tagLst>
</file>

<file path=ppt/tags/tag58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21*b*1"/>
  <p:tag name="KSO_WM_TAG_VERSION" val="3.0"/>
  <p:tag name="KSO_WM_UNIT_LAYERLEVEL" val="1"/>
  <p:tag name="KSO_WM_TEMPLATE_INDEX" val="7"/>
  <p:tag name="KSO_WM_TEMPLATE_CATEGORY" val="custom"/>
</p:tagLst>
</file>

<file path=ppt/tags/tag58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dc804e7abf0c8c854756807082f64502966170"/>
  <p:tag name="KSO_WM_NEWLAYOUT_ID" val="slide_cea45c27deb23863"/>
  <p:tag name="KSO_WM_UNIT_ID" val="_21*a*1"/>
  <p:tag name="KSO_WM_TAG_VERSION" val="3.0"/>
  <p:tag name="KSO_WM_UNIT_LAYERLEVEL" val="1"/>
  <p:tag name="KSO_WM_TEMPLATE_INDEX" val="7"/>
  <p:tag name="KSO_WM_TEMPLATE_CATEGORY" val="custom"/>
</p:tagLst>
</file>

<file path=ppt/tags/tag58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21*l_h_i*1_1_1"/>
  <p:tag name="KSO_WM_TAG_VERSION" val="3.0"/>
  <p:tag name="KSO_WM_UNIT_LAYERLEVEL" val="1_1_1"/>
  <p:tag name="KSO_WM_TEMPLATE_INDEX" val="7"/>
  <p:tag name="KSO_WM_TEMPLATE_CATEGORY" val="custom"/>
</p:tagLst>
</file>

<file path=ppt/tags/tag58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21*l_h_i*1_1_2"/>
  <p:tag name="KSO_WM_TAG_VERSION" val="3.0"/>
  <p:tag name="KSO_WM_UNIT_LAYERLEVEL" val="1_1_1"/>
  <p:tag name="KSO_WM_TEMPLATE_INDEX" val="7"/>
  <p:tag name="KSO_WM_TEMPLATE_CATEGORY" val="custom"/>
</p:tagLst>
</file>

<file path=ppt/tags/tag58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21*l_h_a*1_1_1"/>
  <p:tag name="KSO_WM_TAG_VERSION" val="3.0"/>
  <p:tag name="KSO_WM_UNIT_LAYERLEVEL" val="1_1_1"/>
  <p:tag name="KSO_WM_TEMPLATE_INDEX" val="7"/>
  <p:tag name="KSO_WM_TEMPLATE_CATEGORY" val="custom"/>
</p:tagLst>
</file>

<file path=ppt/tags/tag58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21*l_h_i*1_2_1"/>
  <p:tag name="KSO_WM_TAG_VERSION" val="3.0"/>
  <p:tag name="KSO_WM_UNIT_LAYERLEVEL" val="1_1_1"/>
  <p:tag name="KSO_WM_TEMPLATE_INDEX" val="7"/>
  <p:tag name="KSO_WM_TEMPLATE_CATEGORY" val="custom"/>
</p:tagLst>
</file>

<file path=ppt/tags/tag58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21*l_h_i*1_2_2"/>
  <p:tag name="KSO_WM_TAG_VERSION" val="3.0"/>
  <p:tag name="KSO_WM_UNIT_LAYERLEVEL" val="1_1_1"/>
  <p:tag name="KSO_WM_TEMPLATE_INDEX" val="7"/>
  <p:tag name="KSO_WM_TEMPLATE_CATEGORY" val="custom"/>
</p:tagLst>
</file>

<file path=ppt/tags/tag58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21*l_h_a*1_2_1"/>
  <p:tag name="KSO_WM_TAG_VERSION" val="3.0"/>
  <p:tag name="KSO_WM_UNIT_LAYERLEVEL" val="1_1_1"/>
  <p:tag name="KSO_WM_TEMPLATE_INDEX" val="7"/>
  <p:tag name="KSO_WM_TEMPLATE_CATEGORY" val="custom"/>
</p:tagLst>
</file>

<file path=ppt/tags/tag58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21*l_h_i*1_3_1"/>
  <p:tag name="KSO_WM_TAG_VERSION" val="3.0"/>
  <p:tag name="KSO_WM_UNIT_LAYERLEVEL" val="1_1_1"/>
  <p:tag name="KSO_WM_TEMPLATE_INDEX" val="7"/>
  <p:tag name="KSO_WM_TEMPLATE_CATEGORY" val="custom"/>
</p:tagLst>
</file>

<file path=ppt/tags/tag58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21*l_h_i*1_3_2"/>
  <p:tag name="KSO_WM_TAG_VERSION" val="3.0"/>
  <p:tag name="KSO_WM_UNIT_LAYERLEVEL" val="1_1_1"/>
  <p:tag name="KSO_WM_TEMPLATE_INDEX" val="7"/>
  <p:tag name="KSO_WM_TEMPLATE_CATEGORY" val="custom"/>
</p:tagLst>
</file>

<file path=ppt/tags/tag59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21*l_h_a*1_3_1"/>
  <p:tag name="KSO_WM_TAG_VERSION" val="3.0"/>
  <p:tag name="KSO_WM_UNIT_LAYERLEVEL" val="1_1_1"/>
  <p:tag name="KSO_WM_TEMPLATE_INDEX" val="7"/>
  <p:tag name="KSO_WM_TEMPLATE_CATEGORY" val="custom"/>
</p:tagLst>
</file>

<file path=ppt/tags/tag59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21*l_h_i*1_4_1"/>
  <p:tag name="KSO_WM_TAG_VERSION" val="3.0"/>
  <p:tag name="KSO_WM_UNIT_LAYERLEVEL" val="1_1_1"/>
  <p:tag name="KSO_WM_TEMPLATE_INDEX" val="7"/>
  <p:tag name="KSO_WM_TEMPLATE_CATEGORY" val="custom"/>
</p:tagLst>
</file>

<file path=ppt/tags/tag59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21*l_h_i*1_4_2"/>
  <p:tag name="KSO_WM_TAG_VERSION" val="3.0"/>
  <p:tag name="KSO_WM_UNIT_LAYERLEVEL" val="1_1_1"/>
  <p:tag name="KSO_WM_TEMPLATE_INDEX" val="7"/>
  <p:tag name="KSO_WM_TEMPLATE_CATEGORY" val="custom"/>
</p:tagLst>
</file>

<file path=ppt/tags/tag59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21*l_h_a*1_4_1"/>
  <p:tag name="KSO_WM_TAG_VERSION" val="3.0"/>
  <p:tag name="KSO_WM_UNIT_LAYERLEVEL" val="1_1_1"/>
  <p:tag name="KSO_WM_TEMPLATE_INDEX" val="7"/>
  <p:tag name="KSO_WM_TEMPLATE_CATEGORY" val="custom"/>
</p:tagLst>
</file>

<file path=ppt/tags/tag59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SUBTYPE" val="d"/>
  <p:tag name="KSO_WM_UNIT_TYPE" val="l_h_i"/>
  <p:tag name="KSO_WM_UNIT_ID" val="_21*l_h_i*1_5_1"/>
  <p:tag name="KSO_WM_TAG_VERSION" val="3.0"/>
  <p:tag name="KSO_WM_UNIT_LAYERLEVEL" val="1_1_1"/>
  <p:tag name="KSO_WM_TEMPLATE_INDEX" val="7"/>
  <p:tag name="KSO_WM_TEMPLATE_CATEGORY" val="custom"/>
</p:tagLst>
</file>

<file path=ppt/tags/tag59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5_2"/>
  <p:tag name="KSO_WM_UNIT_TYPE" val="l_h_i"/>
  <p:tag name="KSO_WM_UNIT_ID" val="_21*l_h_i*1_5_2"/>
  <p:tag name="KSO_WM_TAG_VERSION" val="3.0"/>
  <p:tag name="KSO_WM_UNIT_LAYERLEVEL" val="1_1_1"/>
  <p:tag name="KSO_WM_TEMPLATE_INDEX" val="7"/>
  <p:tag name="KSO_WM_TEMPLATE_CATEGORY" val="custom"/>
</p:tagLst>
</file>

<file path=ppt/tags/tag59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TYPE" val="l_h_a"/>
  <p:tag name="KSO_WM_UNIT_ID" val="_21*l_h_a*1_5_1"/>
  <p:tag name="KSO_WM_TAG_VERSION" val="3.0"/>
  <p:tag name="KSO_WM_UNIT_LAYERLEVEL" val="1_1_1"/>
  <p:tag name="KSO_WM_TEMPLATE_INDEX" val="7"/>
  <p:tag name="KSO_WM_TEMPLATE_CATEGORY" val="custom"/>
</p:tagLst>
</file>

<file path=ppt/tags/tag59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22*b*1"/>
  <p:tag name="KSO_WM_TAG_VERSION" val="3.0"/>
  <p:tag name="KSO_WM_UNIT_LAYERLEVEL" val="1"/>
  <p:tag name="KSO_WM_TEMPLATE_INDEX" val="7"/>
  <p:tag name="KSO_WM_TEMPLATE_CATEGORY" val="custom"/>
</p:tagLst>
</file>

<file path=ppt/tags/tag59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b43f9bff6bc3de7ac536b5d9753c66504f5468e0"/>
  <p:tag name="KSO_WM_NEWLAYOUT_ID" val="slide_ba60fb0293b23fda"/>
  <p:tag name="KSO_WM_UNIT_ID" val="_22*a*1"/>
  <p:tag name="KSO_WM_TAG_VERSION" val="3.0"/>
  <p:tag name="KSO_WM_UNIT_LAYERLEVEL" val="1"/>
  <p:tag name="KSO_WM_TEMPLATE_INDEX" val="7"/>
  <p:tag name="KSO_WM_TEMPLATE_CATEGORY" val="custom"/>
</p:tagLst>
</file>

<file path=ppt/tags/tag59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SUBTYPE" val="d"/>
  <p:tag name="KSO_WM_UNIT_TYPE" val="l_h_i"/>
  <p:tag name="KSO_WM_UNIT_ID" val="_22*l_h_i*1_1_1"/>
  <p:tag name="KSO_WM_TAG_VERSION" val="3.0"/>
  <p:tag name="KSO_WM_UNIT_LAYERLEVEL" val="1_1_1"/>
  <p:tag name="KSO_WM_TEMPLATE_INDEX" val="7"/>
  <p:tag name="KSO_WM_TEMPLATE_CATEGORY" val="custom"/>
</p:tagLst>
</file>

<file path=ppt/tags/tag60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1_2"/>
  <p:tag name="KSO_WM_UNIT_TYPE" val="l_h_i"/>
  <p:tag name="KSO_WM_UNIT_ID" val="_22*l_h_i*1_1_2"/>
  <p:tag name="KSO_WM_TAG_VERSION" val="3.0"/>
  <p:tag name="KSO_WM_UNIT_LAYERLEVEL" val="1_1_1"/>
  <p:tag name="KSO_WM_TEMPLATE_INDEX" val="7"/>
  <p:tag name="KSO_WM_TEMPLATE_CATEGORY" val="custom"/>
</p:tagLst>
</file>

<file path=ppt/tags/tag60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ID" val="_22*l_h_a*1_1_1"/>
  <p:tag name="KSO_WM_TAG_VERSION" val="3.0"/>
  <p:tag name="KSO_WM_UNIT_LAYERLEVEL" val="1_1_1"/>
  <p:tag name="KSO_WM_TEMPLATE_INDEX" val="7"/>
  <p:tag name="KSO_WM_TEMPLATE_CATEGORY" val="custom"/>
</p:tagLst>
</file>

<file path=ppt/tags/tag60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SUBTYPE" val="d"/>
  <p:tag name="KSO_WM_UNIT_TYPE" val="l_h_i"/>
  <p:tag name="KSO_WM_UNIT_ID" val="_22*l_h_i*1_2_1"/>
  <p:tag name="KSO_WM_TAG_VERSION" val="3.0"/>
  <p:tag name="KSO_WM_UNIT_LAYERLEVEL" val="1_1_1"/>
  <p:tag name="KSO_WM_TEMPLATE_INDEX" val="7"/>
  <p:tag name="KSO_WM_TEMPLATE_CATEGORY" val="custom"/>
</p:tagLst>
</file>

<file path=ppt/tags/tag60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2_2"/>
  <p:tag name="KSO_WM_UNIT_TYPE" val="l_h_i"/>
  <p:tag name="KSO_WM_UNIT_ID" val="_22*l_h_i*1_2_2"/>
  <p:tag name="KSO_WM_TAG_VERSION" val="3.0"/>
  <p:tag name="KSO_WM_UNIT_LAYERLEVEL" val="1_1_1"/>
  <p:tag name="KSO_WM_TEMPLATE_INDEX" val="7"/>
  <p:tag name="KSO_WM_TEMPLATE_CATEGORY" val="custom"/>
</p:tagLst>
</file>

<file path=ppt/tags/tag60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ID" val="_22*l_h_a*1_2_1"/>
  <p:tag name="KSO_WM_TAG_VERSION" val="3.0"/>
  <p:tag name="KSO_WM_UNIT_LAYERLEVEL" val="1_1_1"/>
  <p:tag name="KSO_WM_TEMPLATE_INDEX" val="7"/>
  <p:tag name="KSO_WM_TEMPLATE_CATEGORY" val="custom"/>
</p:tagLst>
</file>

<file path=ppt/tags/tag60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SUBTYPE" val="d"/>
  <p:tag name="KSO_WM_UNIT_TYPE" val="l_h_i"/>
  <p:tag name="KSO_WM_UNIT_ID" val="_22*l_h_i*1_3_1"/>
  <p:tag name="KSO_WM_TAG_VERSION" val="3.0"/>
  <p:tag name="KSO_WM_UNIT_LAYERLEVEL" val="1_1_1"/>
  <p:tag name="KSO_WM_TEMPLATE_INDEX" val="7"/>
  <p:tag name="KSO_WM_TEMPLATE_CATEGORY" val="custom"/>
</p:tagLst>
</file>

<file path=ppt/tags/tag60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3_2"/>
  <p:tag name="KSO_WM_UNIT_TYPE" val="l_h_i"/>
  <p:tag name="KSO_WM_UNIT_ID" val="_22*l_h_i*1_3_2"/>
  <p:tag name="KSO_WM_TAG_VERSION" val="3.0"/>
  <p:tag name="KSO_WM_UNIT_LAYERLEVEL" val="1_1_1"/>
  <p:tag name="KSO_WM_TEMPLATE_INDEX" val="7"/>
  <p:tag name="KSO_WM_TEMPLATE_CATEGORY" val="custom"/>
</p:tagLst>
</file>

<file path=ppt/tags/tag60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ID" val="_22*l_h_a*1_3_1"/>
  <p:tag name="KSO_WM_TAG_VERSION" val="3.0"/>
  <p:tag name="KSO_WM_UNIT_LAYERLEVEL" val="1_1_1"/>
  <p:tag name="KSO_WM_TEMPLATE_INDEX" val="7"/>
  <p:tag name="KSO_WM_TEMPLATE_CATEGORY" val="custom"/>
</p:tagLst>
</file>

<file path=ppt/tags/tag60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SUBTYPE" val="d"/>
  <p:tag name="KSO_WM_UNIT_TYPE" val="l_h_i"/>
  <p:tag name="KSO_WM_UNIT_ID" val="_22*l_h_i*1_4_1"/>
  <p:tag name="KSO_WM_TAG_VERSION" val="3.0"/>
  <p:tag name="KSO_WM_UNIT_LAYERLEVEL" val="1_1_1"/>
  <p:tag name="KSO_WM_TEMPLATE_INDEX" val="7"/>
  <p:tag name="KSO_WM_TEMPLATE_CATEGORY" val="custom"/>
</p:tagLst>
</file>

<file path=ppt/tags/tag60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4_2"/>
  <p:tag name="KSO_WM_UNIT_TYPE" val="l_h_i"/>
  <p:tag name="KSO_WM_UNIT_ID" val="_22*l_h_i*1_4_2"/>
  <p:tag name="KSO_WM_TAG_VERSION" val="3.0"/>
  <p:tag name="KSO_WM_UNIT_LAYERLEVEL" val="1_1_1"/>
  <p:tag name="KSO_WM_TEMPLATE_INDEX" val="7"/>
  <p:tag name="KSO_WM_TEMPLATE_CATEGORY" val="custom"/>
</p:tagLst>
</file>

<file path=ppt/tags/tag61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4_1"/>
  <p:tag name="KSO_WM_UNIT_TYPE" val="l_h_a"/>
  <p:tag name="KSO_WM_UNIT_ID" val="_22*l_h_a*1_4_1"/>
  <p:tag name="KSO_WM_TAG_VERSION" val="3.0"/>
  <p:tag name="KSO_WM_UNIT_LAYERLEVEL" val="1_1_1"/>
  <p:tag name="KSO_WM_TEMPLATE_INDEX" val="7"/>
  <p:tag name="KSO_WM_TEMPLATE_CATEGORY" val="custom"/>
</p:tagLst>
</file>

<file path=ppt/tags/tag61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SUBTYPE" val="d"/>
  <p:tag name="KSO_WM_UNIT_TYPE" val="l_h_i"/>
  <p:tag name="KSO_WM_UNIT_ID" val="_22*l_h_i*1_5_1"/>
  <p:tag name="KSO_WM_TAG_VERSION" val="3.0"/>
  <p:tag name="KSO_WM_UNIT_LAYERLEVEL" val="1_1_1"/>
  <p:tag name="KSO_WM_TEMPLATE_INDEX" val="7"/>
  <p:tag name="KSO_WM_TEMPLATE_CATEGORY" val="custom"/>
</p:tagLst>
</file>

<file path=ppt/tags/tag61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5_2"/>
  <p:tag name="KSO_WM_UNIT_TYPE" val="l_h_i"/>
  <p:tag name="KSO_WM_UNIT_ID" val="_22*l_h_i*1_5_2"/>
  <p:tag name="KSO_WM_TAG_VERSION" val="3.0"/>
  <p:tag name="KSO_WM_UNIT_LAYERLEVEL" val="1_1_1"/>
  <p:tag name="KSO_WM_TEMPLATE_INDEX" val="7"/>
  <p:tag name="KSO_WM_TEMPLATE_CATEGORY" val="custom"/>
</p:tagLst>
</file>

<file path=ppt/tags/tag61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5_1"/>
  <p:tag name="KSO_WM_UNIT_TYPE" val="l_h_a"/>
  <p:tag name="KSO_WM_UNIT_ID" val="_22*l_h_a*1_5_1"/>
  <p:tag name="KSO_WM_TAG_VERSION" val="3.0"/>
  <p:tag name="KSO_WM_UNIT_LAYERLEVEL" val="1_1_1"/>
  <p:tag name="KSO_WM_TEMPLATE_INDEX" val="7"/>
  <p:tag name="KSO_WM_TEMPLATE_CATEGORY" val="custom"/>
</p:tagLst>
</file>

<file path=ppt/tags/tag61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6_1"/>
  <p:tag name="KSO_WM_UNIT_SUBTYPE" val="d"/>
  <p:tag name="KSO_WM_UNIT_TYPE" val="l_h_i"/>
  <p:tag name="KSO_WM_UNIT_ID" val="_22*l_h_i*1_6_1"/>
  <p:tag name="KSO_WM_TAG_VERSION" val="3.0"/>
  <p:tag name="KSO_WM_UNIT_LAYERLEVEL" val="1_1_1"/>
  <p:tag name="KSO_WM_TEMPLATE_INDEX" val="7"/>
  <p:tag name="KSO_WM_TEMPLATE_CATEGORY" val="custom"/>
</p:tagLst>
</file>

<file path=ppt/tags/tag615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DIAGRAM_GROUP_CODE" val="1"/>
  <p:tag name="KSO_WM_FIGMA_FLAG" val="#fgm#"/>
  <p:tag name="KSO_WM_UNIT_INDEX" val="1_6_2"/>
  <p:tag name="KSO_WM_UNIT_TYPE" val="l_h_i"/>
  <p:tag name="KSO_WM_UNIT_ID" val="_22*l_h_i*1_6_2"/>
  <p:tag name="KSO_WM_TAG_VERSION" val="3.0"/>
  <p:tag name="KSO_WM_UNIT_LAYERLEVEL" val="1_1_1"/>
  <p:tag name="KSO_WM_TEMPLATE_INDEX" val="7"/>
  <p:tag name="KSO_WM_TEMPLATE_CATEGORY" val="custom"/>
</p:tagLst>
</file>

<file path=ppt/tags/tag61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6_1"/>
  <p:tag name="KSO_WM_UNIT_TYPE" val="l_h_a"/>
  <p:tag name="KSO_WM_UNIT_ID" val="_22*l_h_a*1_6_1"/>
  <p:tag name="KSO_WM_TAG_VERSION" val="3.0"/>
  <p:tag name="KSO_WM_UNIT_LAYERLEVEL" val="1_1_1"/>
  <p:tag name="KSO_WM_TEMPLATE_INDEX" val="7"/>
  <p:tag name="KSO_WM_TEMPLATE_CATEGORY" val="custom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7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7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62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AITEMPLATE_STYLE_ID" val="0"/>
</p:tagLst>
</file>

<file path=ppt/tags/tag62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e"/>
  <p:tag name="KSO_WM_UNIT_ID" val="_1*e*1"/>
  <p:tag name="KSO_WM_TAG_VERSION" val="3.0"/>
  <p:tag name="KSO_WM_UNIT_LAYERLEVEL" val="1"/>
  <p:tag name="KSO_WM_TEMPLATE_INDEX" val="7"/>
  <p:tag name="KSO_WM_TEMPLATE_CATEGORY" val="custom"/>
</p:tagLst>
</file>

<file path=ppt/tags/tag62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  <p:tag name="KSO_WM_UNIT_ID" val="_1*a*1"/>
  <p:tag name="KSO_WM_TAG_VERSION" val="3.0"/>
  <p:tag name="KSO_WM_UNIT_LAYERLEVEL" val="1"/>
  <p:tag name="KSO_WM_TEMPLATE_INDEX" val="7"/>
  <p:tag name="KSO_WM_TEMPLATE_CATEGORY" val="custom"/>
</p:tagLst>
</file>

<file path=ppt/tags/tag62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62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62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62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62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630.xml><?xml version="1.0" encoding="utf-8"?>
<p:tagLst xmlns:p="http://schemas.openxmlformats.org/presentationml/2006/main">
  <p:tag name="KSO_WM_AITEMPLATE_STYLE_ID" val="0"/>
</p:tagLst>
</file>

<file path=ppt/tags/tag631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7"/>
  <p:tag name="KSO_WM_TEMPLATE_CATEGORY" val="custom"/>
  <p:tag name="KSO_WM_UNIT_ID" val="custom7_1*i*1"/>
  <p:tag name="KSO_WM_UNIT_LAYERLEVEL" val="1"/>
</p:tagLst>
</file>

<file path=ppt/tags/tag632.xml><?xml version="1.0" encoding="utf-8"?>
<p:tagLst xmlns:p="http://schemas.openxmlformats.org/presentationml/2006/main">
  <p:tag name="KSO_WM_UNIT_TYPE" val="j"/>
  <p:tag name="KSO_WM_DECORATE_TYPE" val="i_lg"/>
  <p:tag name="KSO_WM_UNIT_INDEX" val="1"/>
  <p:tag name="KSO_WM_BEAUTIFY_FLAG" val="#wm#"/>
  <p:tag name="KSO_WM_TAG_VERSION" val="3.0"/>
  <p:tag name="KSO_WM_TEMPLATE_NEED_RESERVE" val="1"/>
  <p:tag name="KSO_WM_TEMPLATE_INDEX" val="7"/>
  <p:tag name="KSO_WM_TEMPLATE_CATEGORY" val="custom"/>
  <p:tag name="KSO_WM_UNIT_ID" val="custom7_1*j*1"/>
  <p:tag name="KSO_WM_UNIT_LAYERLEVEL" val="1"/>
</p:tagLst>
</file>

<file path=ppt/tags/tag63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7_1*a*1"/>
  <p:tag name="KSO_WM_TEMPLATE_INDEX" val="7"/>
  <p:tag name="KSO_WM_TEMPLATE_CATEGORY" val="custom"/>
  <p:tag name="KSO_WM_UNIT_LAYERLEVEL" val="1"/>
</p:tagLst>
</file>

<file path=ppt/tags/tag634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TEMPLATE_NEED_RESERVE" val="1"/>
  <p:tag name="KSO_WM_TEMPLATE_INDEX" val="7"/>
  <p:tag name="KSO_WM_TEMPLATE_CATEGORY" val="custom"/>
  <p:tag name="KSO_WM_UNIT_ID" val="custom7_1*f*2"/>
  <p:tag name="KSO_WM_UNIT_LAYERLEVEL" val="1"/>
</p:tagLst>
</file>

<file path=ppt/tags/tag635.xml><?xml version="1.0" encoding="utf-8"?>
<p:tagLst xmlns:p="http://schemas.openxmlformats.org/presentationml/2006/main">
  <p:tag name="KSO_WM_SLIDE_ID" val="custom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7"/>
  <p:tag name="KSO_WM_SLIDE_LAYOUT" val="_a_b_f_i_j"/>
  <p:tag name="KSO_WM_SLIDE_LAYOUT_CNT" val="1_1_1_2_1_1"/>
  <p:tag name="KSO_WM_UNIT_SHOW_EDIT_AREA_INDICATION" val="1"/>
  <p:tag name="KSO_WM_TEMPLATE_THUMBS_INDEX" val="1、14"/>
  <p:tag name="KSO_WM_TEMPLATE_PLACEHOLDER_POS" val="0,120,960,427.5"/>
  <p:tag name="KSO_WM_SLIDE_THEME_ID" val="20232939"/>
</p:tagLst>
</file>

<file path=ppt/tags/tag636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37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38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39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</p:tagLst>
</file>

<file path=ppt/tags/tag640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41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</p:tagLst>
</file>

<file path=ppt/tags/tag642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43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</p:tagLst>
</file>

<file path=ppt/tags/tag644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45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</p:tagLst>
</file>

<file path=ppt/tags/tag646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47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</p:tagLst>
</file>

<file path=ppt/tags/tag648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49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60,50053121],&quot;65&quot;:[7]}"/>
</p:tagLst>
</file>

<file path=ppt/tags/tag650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51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292],&quot;65&quot;:[7]}"/>
</p:tagLst>
</file>

<file path=ppt/tags/tag652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53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54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55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56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57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58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59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60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61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62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63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64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65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66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67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68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69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70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71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72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73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74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75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76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77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78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79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80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81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82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83.xml><?xml version="1.0" encoding="utf-8"?>
<p:tagLst xmlns:p="http://schemas.openxmlformats.org/presentationml/2006/main">
  <p:tag name="TABLE_ENDDRAG_ORIGIN_RECT" val="682*168"/>
  <p:tag name="TABLE_ENDDRAG_RECT" val="154*159*682*168"/>
</p:tagLst>
</file>

<file path=ppt/tags/tag684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85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86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87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88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89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90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91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92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93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94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95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96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97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KSO_WM_TEMPLATE_NEED_RESERVE" val="1"/>
  <p:tag name="SlideZOrder" val="2"/>
  <p:tag name="KSO_WM_TEMPLATE_INDEX" val="7"/>
  <p:tag name="KSO_WM_TEMPLATE_CATEGORY" val="custom"/>
  <p:tag name="KSO_WM_UNIT_ID" val="custom7_12*i*1"/>
  <p:tag name="KSO_WM_UNIT_LAYERLEVEL" val="1"/>
</p:tagLst>
</file>

<file path=ppt/tags/tag698.xml><?xml version="1.0" encoding="utf-8"?>
<p:tagLst xmlns:p="http://schemas.openxmlformats.org/presentationml/2006/main">
  <p:tag name="KSO_WM_SLIDE_TYPE" val="sectionTitle"/>
  <p:tag name="KSO_WM_TEMPLATE_INDEX" val="7"/>
  <p:tag name="KSO_WM_SLIDE_THEME_ID" val="20237134"/>
  <p:tag name="KSO_WM_SLIDE_INDEX" val="12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12"/>
  <p:tag name="KSO_WM_SLIDE_LAYOUT" val="a_e_i"/>
  <p:tag name="KSO_WM_SLIDE_LAYOUT_CNT" val="1_1_1"/>
  <p:tag name="resource_record_key" val="{&quot;29&quot;:[50053356,50053292,50053121],&quot;65&quot;:[7]}"/>
</p:tagLst>
</file>

<file path=ppt/tags/tag699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7"/>
  <p:tag name="KSO_WM_TEMPLATE_CATEGORY" val="custom"/>
  <p:tag name="KSO_WM_UNIT_ID" val="custom7_14*i*1"/>
  <p:tag name="KSO_WM_UNIT_LAYERLEVEL" val="1"/>
</p:tagLst>
</file>

<file path=ppt/tags/tag70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NEED_RESERVE" val="1"/>
  <p:tag name="KSO_WM_TEMPLATE_INDEX" val="7"/>
  <p:tag name="KSO_WM_TEMPLATE_CATEGORY" val="custom"/>
  <p:tag name="KSO_WM_UNIT_ID" val="custom7_14*d*1"/>
  <p:tag name="KSO_WM_UNIT_LAYERLEVEL" val="1"/>
</p:tagLst>
</file>

<file path=ppt/tags/tag70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7"/>
  <p:tag name="KSO_WM_TEMPLATE_CATEGORY" val="custom"/>
  <p:tag name="KSO_WM_UNIT_ID" val="custom7_14*a*1"/>
  <p:tag name="KSO_WM_UNIT_LAYERLEVEL" val="1"/>
</p:tagLst>
</file>

<file path=ppt/tags/tag702.xml><?xml version="1.0" encoding="utf-8"?>
<p:tagLst xmlns:p="http://schemas.openxmlformats.org/presentationml/2006/main">
  <p:tag name="KSO_WM_UNIT_ID" val="custom7_14**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703.xml><?xml version="1.0" encoding="utf-8"?>
<p:tagLst xmlns:p="http://schemas.openxmlformats.org/presentationml/2006/main">
  <p:tag name="KSO_WM_DIAGRAM_VIRTUALLY_FRAME" val="{&quot;height&quot;:59.15,&quot;left&quot;:193.85,&quot;top&quot;:381.15,&quot;width&quot;:601.45}"/>
</p:tagLst>
</file>

<file path=ppt/tags/tag704.xml><?xml version="1.0" encoding="utf-8"?>
<p:tagLst xmlns:p="http://schemas.openxmlformats.org/presentationml/2006/main">
  <p:tag name="KSO_WM_SLIDE_ID" val="custom7_14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4"/>
  <p:tag name="KSO_WM_TAG_VERSION" val="3.0"/>
  <p:tag name="KSO_WM_BEAUTIFY_FLAG" val="#wm#"/>
  <p:tag name="KSO_WM_TEMPLATE_CATEGORY" val="custom"/>
  <p:tag name="KSO_WM_TEMPLATE_INDEX" val="7"/>
  <p:tag name="KSO_WM_SLIDE_LAYOUT" val="_a_b_d_f_i"/>
  <p:tag name="KSO_WM_SLIDE_LAYOUT_CNT" val="1_1_1_1_1_1"/>
  <p:tag name="KSO_WM_UNIT_SHOW_EDIT_AREA_INDICATION" val="1"/>
  <p:tag name="KSO_WM_TEMPLATE_THUMBS_INDEX" val="1、4、7、12、13、14、15、16、17、18、20、24、25、28、33、36、40、43、44"/>
  <p:tag name="KSO_WM_TEMPLATE_PLACEHOLDER_POS" val="0,0,960,540"/>
  <p:tag name="KSO_WM_SLIDE_THEME_ID" val="20238631"/>
</p:tagLst>
</file>

<file path=ppt/tags/tag705.xml><?xml version="1.0" encoding="utf-8"?>
<p:tagLst xmlns:p="http://schemas.openxmlformats.org/presentationml/2006/main">
  <p:tag name="resource_record_key" val="{&quot;29&quot;:[50053356,50053292,50053160,50053121],&quot;65&quot;:[7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Times New Roman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_2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2243</Words>
  <Application>WPS 演示</Application>
  <PresentationFormat>宽屏</PresentationFormat>
  <Paragraphs>337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55" baseType="lpstr">
      <vt:lpstr>Arial</vt:lpstr>
      <vt:lpstr>宋体</vt:lpstr>
      <vt:lpstr>Wingdings</vt:lpstr>
      <vt:lpstr>微软雅黑</vt:lpstr>
      <vt:lpstr>Wingdings</vt:lpstr>
      <vt:lpstr>Microsoft YaHei UI</vt:lpstr>
      <vt:lpstr>黑体</vt:lpstr>
      <vt:lpstr>Times New Roman</vt:lpstr>
      <vt:lpstr>Calibri</vt:lpstr>
      <vt:lpstr>Arial</vt:lpstr>
      <vt:lpstr>quote-cjk-patch</vt:lpstr>
      <vt:lpstr>Segoe Print</vt:lpstr>
      <vt:lpstr>Segoe UI</vt:lpstr>
      <vt:lpstr>Arial Unicode MS</vt:lpstr>
      <vt:lpstr>Calibri Light</vt:lpstr>
      <vt:lpstr>Calibri</vt:lpstr>
      <vt:lpstr>Segoe UI</vt:lpstr>
      <vt:lpstr>quote-cjk-patch</vt:lpstr>
      <vt:lpstr>Times New Roman</vt:lpstr>
      <vt:lpstr>Office 主题</vt:lpstr>
      <vt:lpstr>Office 主题​​</vt:lpstr>
      <vt:lpstr>Office 主题​​_2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互动环节，测大家会不会有大问题悖论</dc:title>
  <dc:creator/>
  <cp:lastModifiedBy>原点坐标轴</cp:lastModifiedBy>
  <cp:revision>47</cp:revision>
  <dcterms:created xsi:type="dcterms:W3CDTF">2025-10-19T08:53:00Z</dcterms:created>
  <dcterms:modified xsi:type="dcterms:W3CDTF">2026-06-18T08:41:24Z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1EEC0A73F635446DB792B9A3B936EFAE_13</vt:lpwstr>
  </property>
</Properties>
</file>